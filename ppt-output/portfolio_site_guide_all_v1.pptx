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2fb1a77b814aaa" /><Relationship Type="http://schemas.openxmlformats.org/officeDocument/2006/relationships/extended-properties" Target="/docProps/app.xml" Id="R9cbaf9aad9904daa" /><Relationship Type="http://schemas.openxmlformats.org/officeDocument/2006/relationships/officeDocument" Target="/ppt/presentation.xml" Id="Rbc4afca4fe0844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4fbe1d36b4ba5"/>
  </p:sldMasterIdLst>
  <p:notesMasterIdLst>
    <p:notesMasterId xmlns:r="http://schemas.openxmlformats.org/officeDocument/2006/relationships" r:id="Rbb2f9797181045fd"/>
  </p:notesMasterIdLst>
  <p:sldIdLst>
    <p:sldId xmlns:r="http://schemas.openxmlformats.org/officeDocument/2006/relationships" id="256" r:id="Rd7f3fd4d9d494723"/>
    <p:sldId xmlns:r="http://schemas.openxmlformats.org/officeDocument/2006/relationships" id="257" r:id="R4b82022c6a644be5"/>
    <p:sldId xmlns:r="http://schemas.openxmlformats.org/officeDocument/2006/relationships" id="258" r:id="R1b51cf3dd3fc4024"/>
    <p:sldId xmlns:r="http://schemas.openxmlformats.org/officeDocument/2006/relationships" id="259" r:id="R330708c2d22942b3"/>
    <p:sldId xmlns:r="http://schemas.openxmlformats.org/officeDocument/2006/relationships" id="260" r:id="R5b39dcaa6bc34e02"/>
    <p:sldId xmlns:r="http://schemas.openxmlformats.org/officeDocument/2006/relationships" id="261" r:id="R529531f74aca4d95"/>
    <p:sldId xmlns:r="http://schemas.openxmlformats.org/officeDocument/2006/relationships" id="262" r:id="R27e7c0cf9fca4ad8"/>
    <p:sldId xmlns:r="http://schemas.openxmlformats.org/officeDocument/2006/relationships" id="263" r:id="R45c8d2f298994a4b"/>
    <p:sldId xmlns:r="http://schemas.openxmlformats.org/officeDocument/2006/relationships" id="264" r:id="Rbe7e233e37e441a5"/>
    <p:sldId xmlns:r="http://schemas.openxmlformats.org/officeDocument/2006/relationships" id="265" r:id="Rcf520ad2e5ef467d"/>
    <p:sldId xmlns:r="http://schemas.openxmlformats.org/officeDocument/2006/relationships" id="266" r:id="R868f0e7d8ead44d0"/>
    <p:sldId xmlns:r="http://schemas.openxmlformats.org/officeDocument/2006/relationships" id="267" r:id="R5401935c8e7c405d"/>
    <p:sldId xmlns:r="http://schemas.openxmlformats.org/officeDocument/2006/relationships" id="268" r:id="R827c61b6428a4088"/>
    <p:sldId xmlns:r="http://schemas.openxmlformats.org/officeDocument/2006/relationships" id="269" r:id="Rda1c8f802bc0422e"/>
    <p:sldId xmlns:r="http://schemas.openxmlformats.org/officeDocument/2006/relationships" id="270" r:id="Ra04e47ffc31c4c5a"/>
    <p:sldId xmlns:r="http://schemas.openxmlformats.org/officeDocument/2006/relationships" id="271" r:id="Raadb2ac9312f4b5d"/>
    <p:sldId xmlns:r="http://schemas.openxmlformats.org/officeDocument/2006/relationships" id="272" r:id="Rcbae3ceff59e4349"/>
    <p:sldId xmlns:r="http://schemas.openxmlformats.org/officeDocument/2006/relationships" id="273" r:id="Rceec46715e074fc3"/>
    <p:sldId xmlns:r="http://schemas.openxmlformats.org/officeDocument/2006/relationships" id="274" r:id="Rbeaab4ea54a54538"/>
    <p:sldId xmlns:r="http://schemas.openxmlformats.org/officeDocument/2006/relationships" id="275" r:id="R5694d451849a4695"/>
    <p:sldId xmlns:r="http://schemas.openxmlformats.org/officeDocument/2006/relationships" id="276" r:id="Rf2350ec97fba4f03"/>
    <p:sldId xmlns:r="http://schemas.openxmlformats.org/officeDocument/2006/relationships" id="277" r:id="R9f43d7ff473140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e495d8a7140b1" /><Relationship Type="http://schemas.openxmlformats.org/officeDocument/2006/relationships/slideMaster" Target="/ppt/slideMasters/slideMaster1.xml" Id="R6224fbe1d36b4ba5" /><Relationship Type="http://schemas.openxmlformats.org/officeDocument/2006/relationships/notesMaster" Target="/ppt/notesMasters/notesMaster1.xml" Id="Rbb2f9797181045fd" /><Relationship Type="http://schemas.openxmlformats.org/officeDocument/2006/relationships/presProps" Target="/ppt/presProps.xml" Id="R6b0a2429d5984f6e" /><Relationship Type="http://schemas.openxmlformats.org/officeDocument/2006/relationships/tableStyles" Target="/ppt/tableStyles.xml" Id="Rb094b955fe09471a" /><Relationship Type="http://schemas.openxmlformats.org/officeDocument/2006/relationships/slide" Target="/ppt/slides/slide1.xml" Id="Rd7f3fd4d9d494723" /><Relationship Type="http://schemas.openxmlformats.org/officeDocument/2006/relationships/slide" Target="/ppt/slides/slide2.xml" Id="R4b82022c6a644be5" /><Relationship Type="http://schemas.openxmlformats.org/officeDocument/2006/relationships/slide" Target="/ppt/slides/slide3.xml" Id="R1b51cf3dd3fc4024" /><Relationship Type="http://schemas.openxmlformats.org/officeDocument/2006/relationships/slide" Target="/ppt/slides/slide4.xml" Id="R330708c2d22942b3" /><Relationship Type="http://schemas.openxmlformats.org/officeDocument/2006/relationships/slide" Target="/ppt/slides/slide5.xml" Id="R5b39dcaa6bc34e02" /><Relationship Type="http://schemas.openxmlformats.org/officeDocument/2006/relationships/slide" Target="/ppt/slides/slide6.xml" Id="R529531f74aca4d95" /><Relationship Type="http://schemas.openxmlformats.org/officeDocument/2006/relationships/slide" Target="/ppt/slides/slide7.xml" Id="R27e7c0cf9fca4ad8" /><Relationship Type="http://schemas.openxmlformats.org/officeDocument/2006/relationships/slide" Target="/ppt/slides/slide8.xml" Id="R45c8d2f298994a4b" /><Relationship Type="http://schemas.openxmlformats.org/officeDocument/2006/relationships/slide" Target="/ppt/slides/slide9.xml" Id="Rbe7e233e37e441a5" /><Relationship Type="http://schemas.openxmlformats.org/officeDocument/2006/relationships/slide" Target="/ppt/slides/slide10.xml" Id="Rcf520ad2e5ef467d" /><Relationship Type="http://schemas.openxmlformats.org/officeDocument/2006/relationships/slide" Target="/ppt/slides/slide11.xml" Id="R868f0e7d8ead44d0" /><Relationship Type="http://schemas.openxmlformats.org/officeDocument/2006/relationships/slide" Target="/ppt/slides/slide12.xml" Id="R5401935c8e7c405d" /><Relationship Type="http://schemas.openxmlformats.org/officeDocument/2006/relationships/slide" Target="/ppt/slides/slide13.xml" Id="R827c61b6428a4088" /><Relationship Type="http://schemas.openxmlformats.org/officeDocument/2006/relationships/slide" Target="/ppt/slides/slide14.xml" Id="Rda1c8f802bc0422e" /><Relationship Type="http://schemas.openxmlformats.org/officeDocument/2006/relationships/slide" Target="/ppt/slides/slide15.xml" Id="Ra04e47ffc31c4c5a" /><Relationship Type="http://schemas.openxmlformats.org/officeDocument/2006/relationships/slide" Target="/ppt/slides/slide16.xml" Id="Raadb2ac9312f4b5d" /><Relationship Type="http://schemas.openxmlformats.org/officeDocument/2006/relationships/slide" Target="/ppt/slides/slide17.xml" Id="Rcbae3ceff59e4349" /><Relationship Type="http://schemas.openxmlformats.org/officeDocument/2006/relationships/slide" Target="/ppt/slides/slide18.xml" Id="Rceec46715e074fc3" /><Relationship Type="http://schemas.openxmlformats.org/officeDocument/2006/relationships/slide" Target="/ppt/slides/slide19.xml" Id="Rbeaab4ea54a54538" /><Relationship Type="http://schemas.openxmlformats.org/officeDocument/2006/relationships/slide" Target="/ppt/slides/slide20.xml" Id="R5694d451849a4695" /><Relationship Type="http://schemas.openxmlformats.org/officeDocument/2006/relationships/slide" Target="/ppt/slides/slide21.xml" Id="Rf2350ec97fba4f03" /><Relationship Type="http://schemas.openxmlformats.org/officeDocument/2006/relationships/slide" Target="/ppt/slides/slide22.xml" Id="R9f43d7ff473140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9843e9cd2a4e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7d2b100774f72" /><Relationship Type="http://schemas.openxmlformats.org/officeDocument/2006/relationships/notesMaster" Target="/ppt/notesMasters/notesMaster1.xml" Id="Rc9f70765997a4b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70cf4ef5db4d04" /><Relationship Type="http://schemas.openxmlformats.org/officeDocument/2006/relationships/notesMaster" Target="/ppt/notesMasters/notesMaster1.xml" Id="R5188d6631de244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cf4d32e29d4de9" /><Relationship Type="http://schemas.openxmlformats.org/officeDocument/2006/relationships/notesMaster" Target="/ppt/notesMasters/notesMaster1.xml" Id="Rbf69ff845bf84f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47e0411eb84a53" /><Relationship Type="http://schemas.openxmlformats.org/officeDocument/2006/relationships/notesMaster" Target="/ppt/notesMasters/notesMaster1.xml" Id="R13775d44fef949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27b49e39bc4acb" /><Relationship Type="http://schemas.openxmlformats.org/officeDocument/2006/relationships/notesMaster" Target="/ppt/notesMasters/notesMaster1.xml" Id="R04001102d144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56a9755e484aad" /><Relationship Type="http://schemas.openxmlformats.org/officeDocument/2006/relationships/notesMaster" Target="/ppt/notesMasters/notesMaster1.xml" Id="Rdfc9fc477749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ddc00bec4547d4" /><Relationship Type="http://schemas.openxmlformats.org/officeDocument/2006/relationships/notesMaster" Target="/ppt/notesMasters/notesMaster1.xml" Id="R63b7e2e1628d43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2c3ffa4405471d" /><Relationship Type="http://schemas.openxmlformats.org/officeDocument/2006/relationships/notesMaster" Target="/ppt/notesMasters/notesMaster1.xml" Id="R64fa7791f1d049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187742a7141c4" /><Relationship Type="http://schemas.openxmlformats.org/officeDocument/2006/relationships/notesMaster" Target="/ppt/notesMasters/notesMaster1.xml" Id="R508c9d2902dc4d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a6c4ffd63b4418" /><Relationship Type="http://schemas.openxmlformats.org/officeDocument/2006/relationships/notesMaster" Target="/ppt/notesMasters/notesMaster1.xml" Id="R56ff5ef01b5343f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99e9185894d99" /><Relationship Type="http://schemas.openxmlformats.org/officeDocument/2006/relationships/notesMaster" Target="/ppt/notesMasters/notesMaster1.xml" Id="Rded8ac8d898c4c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6244c14f6f45a5" /><Relationship Type="http://schemas.openxmlformats.org/officeDocument/2006/relationships/notesMaster" Target="/ppt/notesMasters/notesMaster1.xml" Id="R1f55a118cb6043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f6b78724274f1d" /><Relationship Type="http://schemas.openxmlformats.org/officeDocument/2006/relationships/notesMaster" Target="/ppt/notesMasters/notesMaster1.xml" Id="R9410c15dc19449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94b1a3be0e455c" /><Relationship Type="http://schemas.openxmlformats.org/officeDocument/2006/relationships/notesMaster" Target="/ppt/notesMasters/notesMaster1.xml" Id="R41fc9cf4480948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5cf68bb3e74429" /><Relationship Type="http://schemas.openxmlformats.org/officeDocument/2006/relationships/notesMaster" Target="/ppt/notesMasters/notesMaster1.xml" Id="R666eef5f8e6343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b121a5ada94b71" /><Relationship Type="http://schemas.openxmlformats.org/officeDocument/2006/relationships/notesMaster" Target="/ppt/notesMasters/notesMaster1.xml" Id="R3bc0d50eab9841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9607a7210f485c" /><Relationship Type="http://schemas.openxmlformats.org/officeDocument/2006/relationships/notesMaster" Target="/ppt/notesMasters/notesMaster1.xml" Id="Rc492905090cb483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ba66417ffec415f" /><Relationship Type="http://schemas.openxmlformats.org/officeDocument/2006/relationships/notesMaster" Target="/ppt/notesMasters/notesMaster1.xml" Id="Rd0de3afee7d745b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6939f3cc4634d10" /><Relationship Type="http://schemas.openxmlformats.org/officeDocument/2006/relationships/notesMaster" Target="/ppt/notesMasters/notesMaster1.xml" Id="R89cf28f5ec164e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8bd0f3433a4404c" /><Relationship Type="http://schemas.openxmlformats.org/officeDocument/2006/relationships/notesMaster" Target="/ppt/notesMasters/notesMaster1.xml" Id="R3452ac92963945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a7804d15ea4399" /><Relationship Type="http://schemas.openxmlformats.org/officeDocument/2006/relationships/notesMaster" Target="/ppt/notesMasters/notesMaster1.xml" Id="R1b4b0a17b8c643c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c07b2bb1b94e55" /><Relationship Type="http://schemas.openxmlformats.org/officeDocument/2006/relationships/notesMaster" Target="/ppt/notesMasters/notesMaster1.xml" Id="Rf6816a0b1ec2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5da5f70f044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66e2a27e784a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909553581040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316a3cb794ad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c02b6c67544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8592d130cf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8376B4-3F59-428E-9BB9-6B8788452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7869DC5-3B34-4750-8D19-DAD3ED35BF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6426C4-1F03-40DD-907F-5B95D58E4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41ADD1-B5AD-4560-9605-C4C7C688BC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CB0BAF-1684-4496-8694-FE2A9B9CFD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893AB1-14F4-4485-B029-54196702D5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4144E1-6D14-44BC-ACD2-1E0DE36AC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67FA22-E053-4C55-8CBB-345E563089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724ECB-31FC-4ADD-926C-C9D0D8E901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F12BCBE-BA2F-42AC-8681-CA87D23C79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a8eb9675164047" /><Relationship Type="http://schemas.openxmlformats.org/officeDocument/2006/relationships/slideLayout" Target="/ppt/slideLayouts/slideLayout1.xml" Id="Rd3f5caa1cead4e8a" /><Relationship Type="http://schemas.openxmlformats.org/officeDocument/2006/relationships/slideLayout" Target="/ppt/slideLayouts/slideLayout2.xml" Id="R41867fd32d7a4b51" /><Relationship Type="http://schemas.openxmlformats.org/officeDocument/2006/relationships/slideLayout" Target="/ppt/slideLayouts/slideLayout3.xml" Id="R63863bbe826646b1" /><Relationship Type="http://schemas.openxmlformats.org/officeDocument/2006/relationships/slideLayout" Target="/ppt/slideLayouts/slideLayout4.xml" Id="Rda1aa16a54464c6c" /><Relationship Type="http://schemas.openxmlformats.org/officeDocument/2006/relationships/slideLayout" Target="/ppt/slideLayouts/slideLayout5.xml" Id="R14e9f90223284e0f" /><Relationship Type="http://schemas.openxmlformats.org/officeDocument/2006/relationships/slideLayout" Target="/ppt/slideLayouts/slideLayout6.xml" Id="Reb43a42fff6344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5caa1cead4e8a"/>
    <p:sldLayoutId xmlns:r="http://schemas.openxmlformats.org/officeDocument/2006/relationships" id="2147483650" r:id="R41867fd32d7a4b51"/>
    <p:sldLayoutId xmlns:r="http://schemas.openxmlformats.org/officeDocument/2006/relationships" id="2147483651" r:id="R63863bbe826646b1"/>
    <p:sldLayoutId xmlns:r="http://schemas.openxmlformats.org/officeDocument/2006/relationships" id="2147483652" r:id="Rda1aa16a54464c6c"/>
    <p:sldLayoutId xmlns:r="http://schemas.openxmlformats.org/officeDocument/2006/relationships" id="2147483653" r:id="R14e9f90223284e0f"/>
    <p:sldLayoutId xmlns:r="http://schemas.openxmlformats.org/officeDocument/2006/relationships" id="2147483654" r:id="Reb43a42fff63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a3a8c8a9e4515" /><Relationship Type="http://schemas.openxmlformats.org/officeDocument/2006/relationships/image" Target="/ppt/media/image.png" Id="R058a54b9b6c241b6" /><Relationship Type="http://schemas.openxmlformats.org/officeDocument/2006/relationships/notesSlide" Target="/ppt/notesSlides/notesSlide1.xml" Id="Rf7ef03fb09f24f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1ef1de814479f" /><Relationship Type="http://schemas.openxmlformats.org/officeDocument/2006/relationships/notesSlide" Target="/ppt/notesSlides/notesSlide2.xml" Id="R2960c3b1edbf48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f49fecfe5c4943" /><Relationship Type="http://schemas.openxmlformats.org/officeDocument/2006/relationships/notesSlide" Target="/ppt/notesSlides/notesSlide3.xml" Id="Rd1bc171a9fd647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9c561b73b4d05" /><Relationship Type="http://schemas.openxmlformats.org/officeDocument/2006/relationships/notesSlide" Target="/ppt/notesSlides/notesSlide4.xml" Id="Rbc3559367f904a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b8dffbd85d434a" /><Relationship Type="http://schemas.openxmlformats.org/officeDocument/2006/relationships/image" Target="/ppt/media/image.jpeg" Id="R570cdef8c575473f" /><Relationship Type="http://schemas.openxmlformats.org/officeDocument/2006/relationships/notesSlide" Target="/ppt/notesSlides/notesSlide5.xml" Id="R64f22dd4b23e46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328a861734ec5" /><Relationship Type="http://schemas.openxmlformats.org/officeDocument/2006/relationships/image" Target="/ppt/media/image2.jpeg" Id="R8e7d8d6c51014d0a" /><Relationship Type="http://schemas.openxmlformats.org/officeDocument/2006/relationships/notesSlide" Target="/ppt/notesSlides/notesSlide6.xml" Id="R86d8c8988b0846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2ad8bcd6e346b2" /><Relationship Type="http://schemas.openxmlformats.org/officeDocument/2006/relationships/notesSlide" Target="/ppt/notesSlides/notesSlide7.xml" Id="R7f76b05d541b49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b83aca019c4b2f" /><Relationship Type="http://schemas.openxmlformats.org/officeDocument/2006/relationships/image" Target="/ppt/media/image3.jpeg" Id="R89aa325d07b54e2d" /><Relationship Type="http://schemas.openxmlformats.org/officeDocument/2006/relationships/notesSlide" Target="/ppt/notesSlides/notesSlide8.xml" Id="R6a3cc34e49bc4c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cd4e4a36e47b6" /><Relationship Type="http://schemas.openxmlformats.org/officeDocument/2006/relationships/image" Target="/ppt/media/image4.jpeg" Id="Ra30e6f86501645e7" /><Relationship Type="http://schemas.openxmlformats.org/officeDocument/2006/relationships/notesSlide" Target="/ppt/notesSlides/notesSlide9.xml" Id="Rd4bd15248f5e47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592c17fdc4f31" /><Relationship Type="http://schemas.openxmlformats.org/officeDocument/2006/relationships/image" Target="/ppt/media/image5.jpeg" Id="Rf96058b486934fba" /><Relationship Type="http://schemas.openxmlformats.org/officeDocument/2006/relationships/notesSlide" Target="/ppt/notesSlides/notesSlide10.xml" Id="R643ff82f7ec249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7a4b35463f4425" /><Relationship Type="http://schemas.openxmlformats.org/officeDocument/2006/relationships/image" Target="/ppt/media/image6.jpeg" Id="R8d35f88d70b54683" /><Relationship Type="http://schemas.openxmlformats.org/officeDocument/2006/relationships/notesSlide" Target="/ppt/notesSlides/notesSlide11.xml" Id="Rcc24134a22b841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b3a1657cb4f4d" /><Relationship Type="http://schemas.openxmlformats.org/officeDocument/2006/relationships/notesSlide" Target="/ppt/notesSlides/notesSlide12.xml" Id="Rd71412a0cfb1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ca0b3b5b5242f5" /><Relationship Type="http://schemas.openxmlformats.org/officeDocument/2006/relationships/notesSlide" Target="/ppt/notesSlides/notesSlide13.xml" Id="Rc6544528871841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dde60610734759" /><Relationship Type="http://schemas.openxmlformats.org/officeDocument/2006/relationships/image" Target="/ppt/media/image7.jpeg" Id="R2cd14049bd544bcc" /><Relationship Type="http://schemas.openxmlformats.org/officeDocument/2006/relationships/notesSlide" Target="/ppt/notesSlides/notesSlide14.xml" Id="Rf280b148706d49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4de2fb0a5d48eb" /><Relationship Type="http://schemas.openxmlformats.org/officeDocument/2006/relationships/notesSlide" Target="/ppt/notesSlides/notesSlide15.xml" Id="Ra6078570ef8d48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be32b763e44fd2" /><Relationship Type="http://schemas.openxmlformats.org/officeDocument/2006/relationships/image" Target="/ppt/media/image8.jpeg" Id="Rd228ebb5105b4dc5" /><Relationship Type="http://schemas.openxmlformats.org/officeDocument/2006/relationships/notesSlide" Target="/ppt/notesSlides/notesSlide16.xml" Id="R34ab3743ac4540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ce75b560e4adb" /><Relationship Type="http://schemas.openxmlformats.org/officeDocument/2006/relationships/notesSlide" Target="/ppt/notesSlides/notesSlide17.xml" Id="R1b7de93c39ef4ee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0bfa9051b24dd5" /><Relationship Type="http://schemas.openxmlformats.org/officeDocument/2006/relationships/image" Target="/ppt/media/image9.jpeg" Id="R5146ddbbdc48479a" /><Relationship Type="http://schemas.openxmlformats.org/officeDocument/2006/relationships/notesSlide" Target="/ppt/notesSlides/notesSlide18.xml" Id="Rfb4b88045a8a425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1f39d4f32f42ca" /><Relationship Type="http://schemas.openxmlformats.org/officeDocument/2006/relationships/notesSlide" Target="/ppt/notesSlides/notesSlide19.xml" Id="Rc01d0b4150af426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97e91c0cf48e4" /><Relationship Type="http://schemas.openxmlformats.org/officeDocument/2006/relationships/image" Target="/ppt/media/image10.jpeg" Id="R99888d1d6a584ba7" /><Relationship Type="http://schemas.openxmlformats.org/officeDocument/2006/relationships/notesSlide" Target="/ppt/notesSlides/notesSlide20.xml" Id="R6c5bd851193240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8d3bced4024cfc" /><Relationship Type="http://schemas.openxmlformats.org/officeDocument/2006/relationships/notesSlide" Target="/ppt/notesSlides/notesSlide21.xml" Id="Rf8bb44511e68441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30c66716c4291" /><Relationship Type="http://schemas.openxmlformats.org/officeDocument/2006/relationships/notesSlide" Target="/ppt/notesSlides/notesSlide22.xml" Id="R25b564e05338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B56CA-715B-46EA-98D0-E1E9D92353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a54b9b6c241b6"/>
          <a:stretch xmlns:a="http://schemas.openxmlformats.org/drawingml/2006/main"/>
        </p:blipFill>
        <p:spPr>
          <a:xfrm xmlns:a="http://schemas.openxmlformats.org/drawingml/2006/main">
            <a:off x="685800" y="609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BCBDC-12E3-469F-B67B-63F55A4F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048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MY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B5291-731E-4D91-9149-FDBDB067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096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043"/>
          </a:bodyPr>
          <a:lstStyle xmlns:a="http://schemas.openxmlformats.org/drawingml/2006/main">
            <a:def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포트폴리오 웹사이트</a:t>
            </a:r>
          </a:p>
          <a:p xmlns:a="http://schemas.openxmlformats.org/drawingml/2006/main">
            <a:pPr algn="l">
              <a:def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구성과 기능 설명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BA540-5D55-4497-807D-FE1CAB0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876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8"/>
          </a:bodyPr>
          <a:lstStyle xmlns:a="http://schemas.openxmlformats.org/drawingml/2006/main">
            <a:def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자기소개부터 코드 강좌까지, 사이트의 각 요소를 이해하기 쉽게 정리한 발표 자료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43FD6-97F2-4389-89E0-3EA00CF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김재환 ·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98621-47AD-4EF0-AEF0-EBA04CAC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819150"/>
            <a:ext cx="1695450" cy="47625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A5324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6330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D599A-90D3-4F21-897C-F2913C3C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E9EA2-6B3A-4D4A-A393-123B72F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73299-7CAB-41C4-8993-AF1A719A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D51160-C864-44E8-B162-46518B75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사이트 전체 구조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3F45D-A03D-4141-A973-4ED09EA1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방문자는 소개 정보를 살펴보고, 기능을 사용하며, 강좌에서 직접 학습합니다.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FAA85-5694-4A10-ABC6-F7204AF6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D512B-647B-4539-A752-3555A919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포트폴리오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857FD-ADA1-49E1-B86D-10F1E04B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2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자기소개, 인적사항, 학습 기록과 프로젝트 경험을 보여줍니다.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C8EBB-1287-4612-9331-4F8FA4B3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0F084-014C-44F1-8685-1AD692BD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사용자 기능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7730E-79DE-4461-ADAE-66267903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아이디어 저장, 로그인·회원가입, 배경음악을 브라우저에서 사용할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E937F-4582-4DB1-9A06-2AE5F82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C5768-BF06-4A3A-B08C-97224517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764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D7E0F6-79FA-4F7C-96D4-C09D95A0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HTML, C, C++ 강좌에서 설명·코드·퀴즈를 단계별로 학습합니다.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096918-1EB1-4215-99CE-48C85F0A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>
            <a:def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페이지 이동 흐름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9AEDC-D9A7-4844-BBD4-10133879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자기소개  ›  인적사항  ›  학습사항  ›  경력사항  ›  아이디어  ›  코드강좌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AF49C-71F1-46CF-8AEB-BB0F931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모든 페이지는 같은 내비게이션과 검은색·붉은색 디자인을 공유합니다.</a:t>
            </a:r>
          </a:p>
        </p:txBody>
      </p:sp>
    </p:spTree>
    <p:extLst>
      <p:ext uri="{BB962C8B-B14F-4D97-AF65-F5344CB8AC3E}">
        <p14:creationId xmlns:p14="http://schemas.microsoft.com/office/powerpoint/2010/main" val="1913815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03FC4-BB15-416B-A1FE-42E36BE7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A2E76-C36E-4592-9DA3-9313FF3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777C6-A883-4F42-84B3-FFDA21ED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020FA8-6648-4F1E-86BE-730691E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검은색과 붉은색 중심의 디자인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D2297-EF48-45F8-B2C7-D56CE5EA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어두운 배경이 콘텐츠를 집중해서 보게 하고, 붉은색이 버튼과 현재 위치를 강조합니다.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B0C83-BCC7-49CE-BAA1-37C1A7D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43223-E1E8-4A2F-8A11-26A5D8AB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90708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B25C66-6952-4788-93E1-D1D401D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#090708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E8F97-F75E-4AFB-A4B9-161C2124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강조색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38B23-373D-486F-B015-9466DB0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5324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43CDB-9489-42A3-91D7-8DD14F3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952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#A53242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C3114-1D0D-4129-813A-3B17FB48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본문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063E3-74E2-47C2-944F-55B1B389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67000"/>
            <a:ext cx="2381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7F2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FB8AA1-08E5-4B9F-84D5-FFF51CAE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52750"/>
            <a:ext cx="1981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>
            <a:def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rPr>
              <a:t>#F7F2F3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A9BF8-4357-45BE-AF2A-C28D6ACB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266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>
            <a:def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보조 글자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CF22F-1A95-4FBB-8E9F-467D27BC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A99FA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B79E84-8C50-4148-A5C7-078D6821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52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>
            <a:def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90708"/>
                </a:solidFill>
                <a:latin typeface="Malgun Gothic"/>
                <a:ea typeface="Malgun Gothic"/>
                <a:cs typeface="Malgun Gothic"/>
              </a:rPr>
              <a:t>#A99FA2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4D505-89F7-4C5D-AB16-EF1405AA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DACAC-0371-4445-B200-83D1C06B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큰 제목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7A92EE-0638-4AC6-8EAC-504ED36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7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페이지의 목적을 한눈에 이해하도록 제목 크기를 크게 설정했습니다.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464C9B-F1E5-45C1-B442-208D1879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EC80B-3447-4DB1-8727-6DF1EE23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넓은 여백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1BB227-A15D-40DB-B44F-AAD447E3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562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요소 사이를 충분히 띄워 내용이 복잡해 보이지 않도록 했습니다.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8D922-4F56-4A3A-B4BD-3E0EEB1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57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28649-BB22-42A8-801C-C89411A7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386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일관된 강조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42D4A-00DA-4B19-883B-091063E6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196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활성 메뉴, 버튼, 진행률에 같은 붉은색을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3354011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7548C-A1A4-47FA-BCE4-6FFFA814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C5897-8273-4F78-845B-4433A2A6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2DEEB-995D-445B-A163-86A0690A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E291C-7DE1-4A5E-9619-99A0D9E3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내비게이션과 반응형 화면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41F1-F6E0-41CF-A565-74A5896B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로고에 마우스를 올리면 메뉴가 나타나고, 작은 화면에서는 공간에 맞춰 배치가 바뀝니다.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A01D-1944-408B-83BB-3138AC82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706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D0A0B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A36EB2-E8B0-4BCA-8F45-C1CB1E0D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◉  MY PORTFOLIO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670A7-D452-4EA2-BB27-368C14D5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982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자기소개    인적사항    학습사항    경력사항    아이디어    코드강좌    로그인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94392-B170-4F2C-8E50-53A82EAF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FE429-C053-4ED1-A523-8B90FDD8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마우스 드롭다운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D7E73-29B7-42B7-A43A-4C63B578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로고 주변에 마우스를 올리거나 키보드로 접근하면 전체 메뉴를 확인할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D58A3-661B-4025-9965-E0DF9C2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07969-EDEB-4772-8C72-F4C669A8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 페이지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2D0FD-47C5-4EFA-90C4-97C6E3A3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방문자가 어느 페이지에 있는지 활성 메뉴의 색으로 알려줍니다.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A189D-54F2-443F-9B82-61FAACB8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19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6ED51-0888-46EB-9808-940F56F7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00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모바일 대응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AB89C-647F-4913-837B-42A3332C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81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화면이 좁아지면 글자와 열 배치가 줄어들어 휴대전화에서도 읽을 수 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10E30F-9003-4C05-9378-CB4F564C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657-E74F-4375-92C7-E741C0C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43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동적 메뉴 추가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3F561-AA84-4D55-920A-5A7E0368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124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공통 스크립트가 코드강좌와 로그인 메뉴를 모든 페이지에 자동으로 추가합니다.</a:t>
            </a:r>
          </a:p>
        </p:txBody>
      </p:sp>
    </p:spTree>
    <p:extLst>
      <p:ext uri="{BB962C8B-B14F-4D97-AF65-F5344CB8AC3E}">
        <p14:creationId xmlns:p14="http://schemas.microsoft.com/office/powerpoint/2010/main" val="20804631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E858F-80DE-4E46-9E90-10A0094D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E969C-20F8-4F9D-AB7F-552263E6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80174-F52F-462F-BCBD-D92A4474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1D3A0F-C157-4C8A-8B9A-196D0704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자기소개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F73DC-732A-4F25-ABFD-6F5060BF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첫 화면에서 이름, 개발 목표, 관심 분야를 간결하게 전달합니다.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F5AE3-11FF-4AB8-AF83-834D8B56A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cdef8c575473f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642AC-7D4A-409D-A122-4A6B640F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4771E-129C-46B5-A814-19DAC511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소개 문장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8B84F-8C66-41F4-9579-BA0096DF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예비 개발자로서 배우고 만드는 과정을 중요하게 생각한다는 방향을 보여줍니다.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157B1-47CC-42E8-B8E6-4A483AF7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1ED01-AA6E-42AC-97E8-FF11F3D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프로필 사진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25004-18B4-4C7E-9FB1-EE3D977C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사용자가 자신의 사진을 선택하고 즉시 미리볼 수 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939F0F-3576-4768-A2A7-13C5965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7D486-D49D-450D-A57F-36074128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키워드 태그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225DAD-18FB-4529-8920-73B8B89B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웹개발, UI·UX, 꾸준한 성장이라는 관심사를 짧게 요약합니다.</a:t>
            </a:r>
          </a:p>
        </p:txBody>
      </p:sp>
    </p:spTree>
    <p:extLst>
      <p:ext uri="{BB962C8B-B14F-4D97-AF65-F5344CB8AC3E}">
        <p14:creationId xmlns:p14="http://schemas.microsoft.com/office/powerpoint/2010/main" val="2117001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C982F4-3810-4921-B8C0-F868EF1A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FE14D-E44F-4CE4-A6CE-341580F5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67CD3-DCE0-4683-8ADF-0FB179FF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43520-B0E1-41F6-A68B-A319B9E1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인적사항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096A02-32B6-40AE-A5CD-94727941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기본 정보와 연락 방법을 표로 정리해 빠르게 확인할 수 있습니다.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3F147-B943-4C26-89C2-E517E8EEE5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d8d6c51014d0a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CCF0C-3A9E-449D-981D-C70CAF2D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6BEB8-5592-492B-A52F-500749F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기본 정보 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6AE49-B656-43E4-93C6-5FBAD65C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336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이름, 거주지, 관심 분야, GitHub와 현재 상태를 행별로 구분합니다.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C2327-4D27-4583-BF6A-7F7AB1AE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7FB79-CFE4-488B-ACC8-4B94DF1E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연락처 연결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E2F4F-CB51-44F9-A34D-DC729F4B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이메일과 전화번호를 누르면 바로 해당 앱이나 서비스로 이동합니다.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67B06-FE34-4C17-8C05-CF36BC87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D39D2-6E61-41E0-8CDD-07D41834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접근하기 쉬운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4E9E10-64D6-4B7E-AAA6-0A0B8AF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표의 제목 셀과 링크 문구가 정보의 의미를 분명하게 전달합니다.</a:t>
            </a:r>
          </a:p>
        </p:txBody>
      </p:sp>
    </p:spTree>
    <p:extLst>
      <p:ext uri="{BB962C8B-B14F-4D97-AF65-F5344CB8AC3E}">
        <p14:creationId xmlns:p14="http://schemas.microsoft.com/office/powerpoint/2010/main" val="1895448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11834A-47D6-4298-8F9F-88644995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SMART LINKS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1C30E-6F52-4715-82BB-1B7CCAD5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B921D-D7CD-4AC9-818A-4B20570F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4E5A7-4FE2-4C52-B900-C0D92A6D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외부 서비스 연결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C6999-ED82-4DE3-A803-B9B4F20D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연락과 위치 확인에 필요한 기능을 한곳에서 바로 실행합니다.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32F0D0-4F32-43DE-ADDD-1EA8BA48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1AA18-160D-4917-AC8C-C3F742DD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Gmail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33820A-6AB1-40C2-8863-029D4134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574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새 메일 작성 화면을 열고 받는 사람 주소를 자동으로 입력합니다.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12334-3B1F-46FF-8054-CA612DCC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18204-F31C-4D5E-8EB7-D83F9EF46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전화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A9407-FEBB-471A-8CB1-6D0193AE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휴대전화에서 010-5731-5766으로 바로 통화를 시작합니다.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9D929-40B7-47C2-895A-4B0ADC36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55D97-CC2D-497E-B8DD-AA377A7A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Instagram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776B6-7D93-41A5-8DFF-7438172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SNS 프로필을 새 탭에서 열어 개인 활동을 확인할 수 있습니다.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B348E-FD35-4C73-B00E-9A7ED222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2B91A-7D67-43DC-84FF-58790A7C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3405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Google 지도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6EEC3-A1F8-4A73-A51C-2C3ABB90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11505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장안대학교 위치와 서울특별시 주소를 지도에서 확인합니다.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49E68-01DA-41A0-B483-E7BA81F8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7625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913E8-0AF1-41BE-81C2-B159839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43053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Gmail 링크      https://mail.google.com/...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전화번호 링크   tel:+821057315766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SNS 링크        instagram.com/kim_jh627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위성좌표 링크   Google Maps</a:t>
            </a:r>
          </a:p>
        </p:txBody>
      </p:sp>
    </p:spTree>
    <p:extLst>
      <p:ext uri="{BB962C8B-B14F-4D97-AF65-F5344CB8AC3E}">
        <p14:creationId xmlns:p14="http://schemas.microsoft.com/office/powerpoint/2010/main" val="366238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8544C-1E9C-40C0-8D04-40287E59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E1D7B-1D4D-4E89-A90C-FB1FFD16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17681-4A69-4750-8146-1B0C78EB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EF58F-3E93-4C96-BABF-AE35DD27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학습사항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9FCC9-9552-478F-BF27-AC30315B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배운 내용을 시간 순서로 정리해 성장 과정을 보여줍니다.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36A01-ED6D-417D-815E-C9E651C607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a325d07b54e2d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FC497-D859-499C-BD20-FDC8F90F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87E4E-B510-487A-94AC-8F1D1C2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2026년 5월부터 6월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1AB4F-59B3-4164-AE74-89C0CF12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HTML5와 CSS3의 문서 구조, 레이아웃과 접근성을 학습했습니다.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C2CBF-21BB-427C-9160-2E69CE81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B3F9F-4911-4DEE-83AF-1E3CAB5A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2026년 7월부터 8월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D167E-492E-4AFD-90DB-47DE65BF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JavaScript의 DOM, 이벤트, 배열과 객체를 실습했습니다.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CD605-98D3-48F0-A937-9E2E622F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BE45F-08F4-47B6-9B37-8542D703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현재와 다음 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9D865-5E07-4260-8788-80AF70BD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반응형 포트폴리오를 제작하고 React 학습을 다음 단계로 설정했습니다.</a:t>
            </a:r>
          </a:p>
        </p:txBody>
      </p:sp>
    </p:spTree>
    <p:extLst>
      <p:ext uri="{BB962C8B-B14F-4D97-AF65-F5344CB8AC3E}">
        <p14:creationId xmlns:p14="http://schemas.microsoft.com/office/powerpoint/2010/main" val="3459706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54E52-4331-4240-AB67-238CC505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C4C2B-622F-4EE8-9CE7-CA79E058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759EB-DE84-4925-B62B-57EEF9DB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1B61A-C241-4804-B523-942A253A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경력사항 페이지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F9C6-8793-44FD-A96C-34DF7BE4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프로젝트 경험을 기간, 설명, 사용 기술로 나누어 보여줍니다.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FA6F1-84F1-4E17-A581-47A04084A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e6f86501645e7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A4ED8-F953-4570-9D1D-5F2A9925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79839A-B105-49F6-B3E5-65C0A3BC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개인 포트폴리오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83CC16-E158-4C9E-A649-D22FC71A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기획부터 반응형 HTML·CSS 구현까지 직접 진행한 경험입니다.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3CFF8-EE22-4BED-B45A-A375C91A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FF832-574C-451E-9C84-3EFB78C0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팀 웹 프로젝트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652E0-52C9-4F01-8C4C-19584F9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정보 구조와 주요 화면을 설계하고 팀원과 협업한 경험입니다.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ADD8F-81FF-42C1-B3FC-0514A1D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31405B-35DE-4F38-9CDC-5BE3A4EB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 개발 기초 과정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C75A4-FE18-47BF-9607-9142C9EE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웹 표준, 접근성, 시맨틱 마크업을 학습한 과정을 정리했습니다.</a:t>
            </a:r>
          </a:p>
        </p:txBody>
      </p:sp>
    </p:spTree>
    <p:extLst>
      <p:ext uri="{BB962C8B-B14F-4D97-AF65-F5344CB8AC3E}">
        <p14:creationId xmlns:p14="http://schemas.microsoft.com/office/powerpoint/2010/main" val="1807243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232A7-2497-401D-ADCA-FD56B6E1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INTERACTIVE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C3D3F-0BDD-43DF-9F0C-907A04D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6829B-E06B-44D4-89E0-15644448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AA895-2F9C-4DFE-9A64-775C7E8F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아이디어 기록과 저장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F6AAF-4F69-4FDA-9BA7-6F5CA837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떠오른 생각을 작성하고 수정·삭제할 수 있으며 브라우저를 닫아도 기록이 남습니다.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D8E6A-A4B0-4400-814D-85FECAFB0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058b486934fba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3B9F9A-E06F-4EC3-B536-F8E308D7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AD769-4A37-4C1C-9901-B20A320E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AFCD9-F597-438D-91F2-26DC458B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제목은 60자, 내용은 1,000자까지 작성할 수 있습니다.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F6EED-785E-4FB7-804D-40E9F2A9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08322-57D9-402F-9ED1-6ADC3D2B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저장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E8AA6-0455-46A3-9C6C-E5653F40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localStorage에 JSON 형태로 보관해 같은 브라우저에서 다시 불러옵니다.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ED948-BA33-4B2E-80F5-39C5A3BE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9C9E20-A2ED-400F-A8FC-0B385BE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관리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C21285-A4FA-4B94-8795-36056E40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저장된 카드에서 수정과 삭제를 선택하고 개수도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8749054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279E5B-2201-428B-854F-AE1864E0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MEMBER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7F382-4F67-46FA-9E27-F47E3462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E5FAB-8C3C-4763-9AF9-2383395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13729-3FFF-4D92-AEC2-FDD6379A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로그인과 회원가입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D38CA-EC38-45ED-9D2A-9E16D2E7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학습용 회원 기능으로 가입, 로그인, 세션 유지와 로그아웃을 체험합니다.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56DB1-1E75-47C3-81F6-38598802F9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5f88d70b54683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6309B-9DCA-4D3C-A9DE-1FBC263A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59947-9B18-4FC6-B5A4-CF24B1CC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회원가입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429FF-560D-4A6A-A62C-FB66E6A3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이름, 이메일, 비밀번호를 검사하고 브라우저 저장소에 회원 정보를 저장합니다.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F8CEF-B06A-4332-A749-00C494E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30D7D-CA57-4F38-9CF2-00E1BA62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비밀번호 처리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86EBCB-5C2F-4220-8C3B-A183FC95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가능한 환경에서는 SHA-256으로 비밀번호 값을 변환합니다.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3F8BD-3D14-4CB3-8591-1B6087ED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A08D46-8BE4-4A1A-BF5A-510F35DC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중요한 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A946-AE1A-4365-BECF-62308110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실제 서버 인증이 아니므로 개인 학습과 기능 시연 목적으로만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32546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3C144-1814-4488-9656-2DED2B03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MEDIA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33FAC-D2AF-401F-9618-156F52E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43DAD-4ED5-46FA-A925-BE721466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C8249-6785-4A9A-8F2D-ADE981F9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배경음악 플레이어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F7339-653B-4E7E-B433-E89D3EBB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모든 주요 페이지에서 음악을 재생하고 이전 재생 위치와 음량을 기억합니다.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F3CB0-16EA-4E0C-AE32-9787F419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5048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942EC-F50D-4768-AA51-1704F7D5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45910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const audio = new Audio('../audio/aruarian-dance.mp3');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audio.loop = true;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audio.volume = saved.volume;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B2C4A-D6BF-4692-B9C7-B660F2D8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277B8-5028-4030-8CD2-10F451F3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71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재생과 일시정지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E1680-157F-45FA-A996-3EC26C9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52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화면 아래 플레이어 버튼으로 음악 상태를 바꿉니다.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4C400-A7AA-4B76-A8EB-4B16F70D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4A1D7-01AB-4719-9EC1-9CCB2684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음량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664C8-B5B3-48AD-ACBA-87C9608B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95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사용자가 선택한 음량을 localStorage에 저장합니다.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C988-4583-4E1D-A8E7-DB19F563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C452D-FA3C-453D-81D2-60563F42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57700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재생 위치 복원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0B514-6450-4467-A88D-71477CA6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38700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페이지를 이동해도 마지막 재생 시간을 다시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1121753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A5EAE-F902-4F1D-9360-C139FA96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C1237-3DDD-41CE-9E2B-75513DD2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80FF3-B1CE-42E1-9CA5-77544BD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BEB6F-12CC-494B-9C95-DB5F86B1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저장소의 역할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C2888-E584-4F4E-BC49-23039D99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서버가 없어도 학습 기록과 사용자 설정을 같은 브라우저에서 유지합니다.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6E008-0EA7-4BA7-B24E-3DBEB6A2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463A0-989A-497B-9F7A-60749129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33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아이디어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7E9B5-D364-4288-8E55-7D15F7AC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4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my-portfolio-ideas-v1에 제목, 내용, 수정 시간을 저장합니다.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E4667-8F15-4C4B-9584-7207B22D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E5562-036D-4A8F-87AF-8E54FA4C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회원과 세션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CA784-95ED-4CB9-A1DB-04F3A87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57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portfolio-users-v1과 portfolio-session-v1에 학습용 계정 상태를 저장합니다.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5F367-8983-4CE2-9F12-CC5AA95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98D51-CAB9-45F1-8921-E26F37F6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음악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677F4-4C54-4569-AD6E-7B2703BB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0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portfolio-background-music에 재생 상태, 위치, 음량을 저장합니다.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6E86B-BD90-4F0F-8461-00FD51DE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A6475E-BFD8-48B4-AFAD-D309AAB5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575"/>
            <a:ext cx="421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 진도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3629C-491A-4180-8123-35A147A3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43575"/>
            <a:ext cx="4210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언어별 키에 완료 단원과 수정한 코드를 저장합니다.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0F472A-CA78-4D5B-805F-924DB90E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4767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AB0D5-9709-4D2C-BFA2-89EE9CA0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localStorage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FAAD2-B1F6-4124-87B9-86EB9A1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43250"/>
            <a:ext cx="35623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내부에만 저장</a:t>
            </a:r>
          </a:p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다른 기기와 자동 공유되지 않음</a:t>
            </a:r>
          </a:p>
          <a:p xmlns:a="http://schemas.openxmlformats.org/drawingml/2006/main">
            <a:pPr algn="ctr">
              <a:def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브라우저 데이터를 지우면 함께 삭제</a:t>
            </a:r>
          </a:p>
        </p:txBody>
      </p:sp>
    </p:spTree>
    <p:extLst>
      <p:ext uri="{BB962C8B-B14F-4D97-AF65-F5344CB8AC3E}">
        <p14:creationId xmlns:p14="http://schemas.microsoft.com/office/powerpoint/2010/main" val="1120637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5D11E-EF76-4A89-8713-900A3AF5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CODE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91B8F-7B8E-40F3-9367-35DE0CDC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3CE9AF-9F86-4C43-813E-5AC7E4D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48023-33A3-4C42-B9EF-6F78B43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강좌 허브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6AB6C-91DC-4E6E-B2C5-9FFAB2AC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검색, 언어 필터, 학습 경로 추천과 짧은 코드 예제를 한 페이지에 모았습니다.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D3AEA-2BE1-4842-BD3F-16382A3D9E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14049bd544bcc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BD6561-51C1-43F4-9B8C-6EC0CA8D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504A6-B79B-4AEF-A912-2A3761B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 찾기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129EE-B7DA-4E33-8ED9-D2640DE7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검색어와 웹·JavaScript·C/C++ 필터로 원하는 내용을 좁힙니다.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265A3-5AF0-4055-9783-5DFBE617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35E03-5DEF-4331-80E7-64C5BEF3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학습 경로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1FEC6-8672-4C0A-BD49-7E0CC19F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현재 수준과 목표를 선택하면 적합한 시작 강좌를 추천합니다.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08DD7-5768-4840-8F12-E694E143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B8012-AC12-46D2-B517-D2543313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코드 실험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329AF-0BCC-420A-BFC0-19E88C8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HTML, CSS, JavaScript 예제와 결과를 탭으로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15683151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EE6D42-AFB4-4DB4-930E-0F076FBD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CODE ARCHIVE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F011D-0000-4D00-9F97-16CFAEC2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3FF3F-4731-4CA9-9F2A-743D145A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B1CC0-D5E7-4002-9598-B20FB3DF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강좌를 선택하는 방법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884B8-41F8-4E1E-85EB-236B7E42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초보자는 웹 구조부터 시작하고, 원리를 깊게 배우려면 C 계열 강좌로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9AD55-967D-4073-8E6A-5A0E9562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D8623-8654-4F66-AC58-EF689AF0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574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처음 시작해요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FE460-2AD1-4C03-95C9-EFA4DB08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384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 입문과 자기소개 페이지 실습으로 웹 문서 구조를 익힙니다.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2109D-6FDD-460A-A253-08192648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E0BAF-BF8E-4DBB-A13A-AB33E5A1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47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웹을 만들고 싶어요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7CDA7-E1FE-44F4-BBA0-90306B26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HTML을 복습한 뒤 CSS와 JavaScript 학습으로 이어집니다.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2D48F-4ADD-4856-9DEB-A81F7A52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3ED5B-65C5-4BA6-BE98-B36F7BF5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720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원리를 깊게 알고 싶어요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21B6B-BCD1-488F-99F0-1A7B79C7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3000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 언어의 메모리와 포인터를 배우고 C++ 객체지향으로 확장합니다.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A1E69-AA9F-4DC2-B407-BD8E67B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476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0D0E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E7D16-23CB-4F47-8155-BEFAA02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6220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학습 순서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1C8492-2EFD-47FF-8C8A-818D0AD5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90850"/>
            <a:ext cx="34480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842"/>
          </a:bodyPr>
          <a:lstStyle xmlns:a="http://schemas.openxmlformats.org/drawingml/2006/main">
            <a:def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CSS 디자인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JavaScript 동작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C와 C++ 원리</a:t>
            </a:r>
          </a:p>
        </p:txBody>
      </p:sp>
    </p:spTree>
    <p:extLst>
      <p:ext uri="{BB962C8B-B14F-4D97-AF65-F5344CB8AC3E}">
        <p14:creationId xmlns:p14="http://schemas.microsoft.com/office/powerpoint/2010/main" val="7902794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7C62F-C23F-4241-88B4-74374CB9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HTML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774A2-1E9B-4E88-A529-12FE5AA3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D0586-9EBF-4D8D-AC13-119267F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679B2-3441-474C-9C7B-8DE77CA6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9201C-8F20-4236-9F16-3577B7E4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8개 단원에서 웹 문서의 구조를 배우고 자기소개 페이지를 완성합니다.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53238-1D61-4A54-A2C7-65A64153DC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8ebb5105b4dc5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EEA1E-15FF-4F66-8FCD-1EB2C47C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D6B40-1256-4ADA-B386-D7793C3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설명과 예제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711D-ABDD-4D69-BDF2-8B27E06C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제목, 문단, 링크, 이미지, 목록, 표, 폼과 시맨틱 태그를 배웁니다.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AD08B-0411-44EF-A169-9B065CA5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06C19-E28D-4469-9F4B-ADC65CB5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즉시 미리보기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AE9DB-84C8-4CAA-BA95-CD492109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왼쪽 HTML 코드를 수정하면 오른쪽 브라우저 결과가 바로 바뀝니다.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16778-7819-494D-A0B0-0963E0FB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8B57B-2A97-4731-B94A-4BD4D034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퀴즈와 진도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251AD-4CB3-4787-ABB4-50FD313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학습 완료 상태를 저장하고 마지막 퀴즈로 핵심 개념을 점검합니다.</a:t>
            </a:r>
          </a:p>
        </p:txBody>
      </p:sp>
    </p:spTree>
    <p:extLst>
      <p:ext uri="{BB962C8B-B14F-4D97-AF65-F5344CB8AC3E}">
        <p14:creationId xmlns:p14="http://schemas.microsoft.com/office/powerpoint/2010/main" val="19045803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641C4-32F8-4A28-B728-ECBD7E09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HTML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5A3B9-9BC7-4C05-BF81-6FEE16B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FD5BBF-EC35-40E6-81DF-00C4405F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ED32-1A73-4BEA-8168-AFE5C5B5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HTML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51E4-E483-4632-9009-BEAF07C8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문서의 기본 구조에서 시작해 완성된 자기소개 페이지까지 단계적으로 이어집니다.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63DDDF-D9B6-4022-804F-8E92F835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C3A83-F7EC-44EE-B9B1-570DF2EC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웹과 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752DD-F788-4A02-9E20-FF0ABF67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태그가 내용의 의미와 구조를 브라우저에 전달합니다.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A1629A-2801-4665-8BD9-8B1B8920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1CC9A-8106-44E0-B3DA-601FEB37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제목·문단·링크·이미지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D551C-79D4-44CB-B3B6-3034CBAF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정보를 읽기 쉽게 나누고 다른 문서와 연결합니다.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D8D85-9539-4837-9565-9BBF21B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D38C0-861C-4015-A599-F63F663B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목록·표·입력 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0F409-7949-41E8-960B-259028A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여러 항목과 데이터를 정리하고 사용자 입력을 받습니다.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63639-C846-4A06-8A28-E2E16E49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99523-15B1-4969-B141-3844E29E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시맨틱 구조와 실습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515EF1-E885-4380-8BC1-1C0D9D0F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header, main, section을 사용해 자기소개 페이지를 만듭니다.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05216-DDFB-47BC-9EF5-E8850349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45720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78B42-E514-4B87-A079-E7D23966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47900"/>
            <a:ext cx="411480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&lt;main&gt;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&lt;section&gt;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&lt;h2&gt;나의 소개&lt;/h2&gt;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&lt;p&gt;배운 내용을 하나의 페이지로 구성합니다.&lt;/p&gt;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&lt;/section&gt;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&lt;/main&gt;</a:t>
            </a:r>
          </a:p>
        </p:txBody>
      </p:sp>
    </p:spTree>
    <p:extLst>
      <p:ext uri="{BB962C8B-B14F-4D97-AF65-F5344CB8AC3E}">
        <p14:creationId xmlns:p14="http://schemas.microsoft.com/office/powerpoint/2010/main" val="9341357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49A6F-0256-4EA5-A21A-56F74455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4E1B1-CB00-4501-BB91-9668E07B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500B3-9E45-4FA3-83C3-1EE2403E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31D71-782C-4815-A281-F47F1113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 언어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16503-7954-447C-8F4C-25514BF9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8개 단원에서 문법과 메모리의 기본 원리를 배웁니다.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9E9DAC-AA90-40B4-953F-F98357C9B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6ddbbdc48479a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9C381-D107-4289-AD5C-17C1E99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B831B-6FA3-455B-9FDF-98861C92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기본 문법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D7BD97-2543-4226-8164-99FDB1ECA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변수, 자료형, 입출력, 조건문과 반복문을 학습합니다.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36CE9-0D54-4849-B3DE-537E122E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30F59-0DBA-441B-A41D-F2F4A542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데이터와 메모리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FC45A-1B22-4078-8F9D-81C5BED3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배열, 문자열, 함수와 포인터가 메모리에서 동작하는 방식을 설명합니다.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B37430-8154-4D9A-AF62-826D372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8BFF0-A59F-42F4-BB0C-AF7FFDCB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예상 출력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097B2-DE05-4B48-9210-7AE03B99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브라우저에서 코드를 읽고 수정하며 예제의 예상 결과를 비교합니다.</a:t>
            </a:r>
          </a:p>
        </p:txBody>
      </p:sp>
    </p:spTree>
    <p:extLst>
      <p:ext uri="{BB962C8B-B14F-4D97-AF65-F5344CB8AC3E}">
        <p14:creationId xmlns:p14="http://schemas.microsoft.com/office/powerpoint/2010/main" val="37933020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9C178-A4EE-425C-AED8-BD158E45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BE4155-A848-4384-A9D2-66EC220F1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98EE7-6ACA-4E88-AA24-3E98E887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B7FB1-E35E-4536-9815-3903662C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A4E31-F509-4F4C-928A-5B829E30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기초 문법을 충분히 익힌 뒤 포인터로 메모리 주소를 다룹니다.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DF3A5-6B9B-4A59-BB10-BDDAAE3B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BEC4A-5651-4C7A-AF4D-68918360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프로그램 구조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8300D-677D-43A0-8A6C-CD9FB2FC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main 함수와 printf를 사용해 첫 프로그램을 작성합니다.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D9A83-78AB-4D87-AF16-77A2AE45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C46F8-DB6E-429D-9883-6428C57F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제어 흐름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3EDB1-84F0-4FD3-948B-D86CC1DC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if와 반복문으로 조건과 반복 작업을 표현합니다.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C99F9-7FA4-4EC6-8146-6ED1594A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95357-4A29-4F5A-A1BE-4C5D0042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배열과 함수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DB181-5F18-42B2-90F7-98AD8A8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여러 값을 묶고 코드를 기능 단위로 분리합니다.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4F09D-6C41-4DFF-89C0-AE957F8B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DDB5A5-2CBF-44F1-8DD4-E56A0493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포인터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0F276-D5D1-4125-B681-274CF57D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변수의 주소를 저장하고 원본 값을 함수에서 수정합니다.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D99897-8C59-4A83-BAB3-B4A99135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483DB-AD60-478D-9565-35BC96CF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52700"/>
            <a:ext cx="41148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int value = 10;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int *pointer = &amp;value;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*pointer = 20;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printf("%d\n", value);  // 20</a:t>
            </a:r>
          </a:p>
        </p:txBody>
      </p:sp>
    </p:spTree>
    <p:extLst>
      <p:ext uri="{BB962C8B-B14F-4D97-AF65-F5344CB8AC3E}">
        <p14:creationId xmlns:p14="http://schemas.microsoft.com/office/powerpoint/2010/main" val="19580087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E7D4C-0F22-483D-81EC-8D1AF7C6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C++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B87CD-D86B-4F48-B8F4-C1E08FE1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76631-542F-436D-AD0A-B14B53B6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9A3AE-7F89-4013-A66C-BCF4A4C9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C++ 입문 강좌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EE78D-C901-464D-B1E8-78ABE86D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C의 기본 원리에서 클래스, 객체와 다형성으로 학습 범위를 넓힙니다.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1C826-B77F-4BF4-A20A-F85FE794BA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888d1d6a584ba7"/>
          <a:srcRect xmlns:a="http://schemas.openxmlformats.org/drawingml/2006/main" l="16753" t="0" r="167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428750"/>
            <a:ext cx="48387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ED702-4E13-4D86-8936-BB75485D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3A518-1F28-4D63-BCBA-B46BA7EA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현대적인 문법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8947D-6B32-40AB-BF2B-F55E8CC6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string, vector, 참조를 사용해 데이터를 편리하게 다룹니다.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10B98-2061-42D5-97DF-7D2365E3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FF336-1479-47FE-B6A6-ADEF244F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99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객체지향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3C4C9-AD8F-4805-9E5D-E110AFC8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클래스, 생성자, 상속과 가상 함수를 단계적으로 배웁니다.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BA4965-A08B-4567-AAF2-F295354E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FEA941-DAE4-4C47-9BCC-D8120856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4345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수정 결과 미리보기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8BF8C-71BC-4038-BE2F-36447AA6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24450"/>
            <a:ext cx="4781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cout 문자열과 기본 변수, 객체 메서드 호출을 브라우저에서 간단히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0065512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FF76A-EB93-47A6-8844-E7F8539C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C++ COURSE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411E6-FD68-4440-AF65-A45A6FCE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D1354-3920-4191-9A84-92C16414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AD438-5452-48BB-B390-438B0A9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C++ 강좌 단원별 핵심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D6CCC-3CA4-4A15-B161-8E13BE39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표준 라이브러리와 객체지향을 함께 익혀 더 큰 프로그램의 구조를 이해합니다.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E15F4-491B-4905-833C-7CA7D2DB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41AA7-7983-449F-9F3F-A1A810B8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33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iostream과 string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82228F-EC64-4454-8B61-F2379F87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14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cout으로 출력하고 string으로 문자열을 관리합니다.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C4FDA-F4F2-41AD-B55A-F48FFFC0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9063E-D703-4133-A275-DADCCB0A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vector와 참조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AB4A1-2CF5-4123-9C4F-F6392FFD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크기가 변하는 배열과 복사를 줄이는 참조를 사용합니다.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8416F-2575-4DE6-9E1E-F2750579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5D169-37BA-428B-A3FC-1B6FE0A1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19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클래스와 객체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BE0B8F-BA4B-4B55-A52C-A9E366F8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00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데이터와 기능을 묶고 생성자로 초기 상태를 정합니다.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AD51E-7255-4020-AC1C-B957149C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27948-7CA2-4780-A9AE-2730FB94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62575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상속과 다형성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A5885B-0C51-41DA-8FF0-0B9474DA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43575"/>
            <a:ext cx="440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공통 기능을 물려받고 override로 동작을 바꿉니다.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59F91E-197E-4975-8CB5-B183935A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572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0D0B0C"/>
          </a:solidFill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9EF140-87ED-42D2-BA1A-3301CE2B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1148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class Student : public Person {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public: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void study() const {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  std::cout &lt;&lt; getName() &lt;&lt; "이 공부합니다.\n";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EADFE1"/>
                </a:solidFill>
                <a:latin typeface="Malgun Gothic"/>
                <a:ea typeface="Malgun Gothic"/>
                <a:cs typeface="Malgun Gothic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252426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524026-39C3-4C7E-B983-7DD54BE8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CE03F-F496-4045-AC5B-1A3AF84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>
            <a:def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5BF8A-C66A-4D30-91D8-5E1784D4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A292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ABB9D-33FA-4235-A499-49B6FB47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01"/>
          </a:bodyPr>
          <a:lstStyle xmlns:a="http://schemas.openxmlformats.org/drawingml/2006/main">
            <a:def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하나의 사이트에서</a:t>
            </a:r>
          </a:p>
          <a:p xmlns:a="http://schemas.openxmlformats.org/drawingml/2006/main">
            <a:pPr algn="ctr">
              <a:def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소개·기록·학습을 연결합니다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41056-3580-42B0-9E5A-EE7F93D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895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포트폴리오는 정보를 보여주는 데서 끝나지 않고, 사용자가 직접 기록하고 학습하는 공간으로 확장되었습니다.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2AF49-12D6-4041-A165-483C103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C2CCE-0BFB-4BCF-A1A1-FE631321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현재 완성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FD718F-6BD5-43FA-896D-19E9880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91100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반응형 포트폴리오, 스마트 링크, 아이디어 저장, 회원 기능과 세 개의 강좌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4CAD4-13E3-406C-9C06-F669E048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29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41B8A-85E5-4823-B6AA-898B215E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101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33"/>
          </a:bodyPr>
          <a:lstStyle xmlns:a="http://schemas.openxmlformats.org/drawingml/2006/main">
            <a:def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7F2F3"/>
                </a:solidFill>
                <a:latin typeface="Malgun Gothic"/>
                <a:ea typeface="Malgun Gothic"/>
                <a:cs typeface="Malgun Gothic"/>
              </a:rPr>
              <a:t>다음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3D0A9F-8244-4D1C-935A-094FCB84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91100"/>
            <a:ext cx="3733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99FA2"/>
                </a:solidFill>
                <a:latin typeface="Malgun Gothic"/>
                <a:ea typeface="Malgun Gothic"/>
                <a:cs typeface="Malgun Gothic"/>
              </a:rPr>
              <a:t>서버 기반 계정, 기기 간 데이터 동기화, 실제 C/C++ 온라인 컴파일 기능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E681C-4A24-46FD-87C8-85E3C404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96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E06B77"/>
                </a:solidFill>
                <a:latin typeface="Malgun Gothic"/>
                <a:ea typeface="Malgun Gothic"/>
                <a:cs typeface="Malgun Gothic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185987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2026-10-26T01:13:05.2360000Z</dcterms:created>
  <dcterms:modified xsi:type="dcterms:W3CDTF">2026-10-26T01:13:05.2360000Z</dcterms:modified>
</coreProperties>
</file>