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e6db87b6e4506" /><Relationship Type="http://schemas.openxmlformats.org/officeDocument/2006/relationships/extended-properties" Target="/docProps/app.xml" Id="Rc507aeecc9904f66" /><Relationship Type="http://schemas.openxmlformats.org/officeDocument/2006/relationships/officeDocument" Target="/ppt/presentation.xml" Id="R61be539da43948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27527352e04618"/>
  </p:sldMasterIdLst>
  <p:notesMasterIdLst>
    <p:notesMasterId xmlns:r="http://schemas.openxmlformats.org/officeDocument/2006/relationships" r:id="Rfbec3935a9434079"/>
  </p:notesMasterIdLst>
  <p:sldIdLst>
    <p:sldId xmlns:r="http://schemas.openxmlformats.org/officeDocument/2006/relationships" id="256" r:id="Ra5997148dbdd42c6"/>
    <p:sldId xmlns:r="http://schemas.openxmlformats.org/officeDocument/2006/relationships" id="257" r:id="R96c324f24cc24b0a"/>
    <p:sldId xmlns:r="http://schemas.openxmlformats.org/officeDocument/2006/relationships" id="258" r:id="Rb7661b99021f421d"/>
    <p:sldId xmlns:r="http://schemas.openxmlformats.org/officeDocument/2006/relationships" id="259" r:id="R971e8443017f4ad9"/>
    <p:sldId xmlns:r="http://schemas.openxmlformats.org/officeDocument/2006/relationships" id="260" r:id="Rbfe981a51e574fd8"/>
    <p:sldId xmlns:r="http://schemas.openxmlformats.org/officeDocument/2006/relationships" id="261" r:id="R11c580daae5e4052"/>
    <p:sldId xmlns:r="http://schemas.openxmlformats.org/officeDocument/2006/relationships" id="262" r:id="Rbf6fe3183dfa4d24"/>
    <p:sldId xmlns:r="http://schemas.openxmlformats.org/officeDocument/2006/relationships" id="263" r:id="Ra1cef890f34440e2"/>
    <p:sldId xmlns:r="http://schemas.openxmlformats.org/officeDocument/2006/relationships" id="264" r:id="R80ca0af0b4a64afc"/>
    <p:sldId xmlns:r="http://schemas.openxmlformats.org/officeDocument/2006/relationships" id="265" r:id="R46abc532b4e447a5"/>
    <p:sldId xmlns:r="http://schemas.openxmlformats.org/officeDocument/2006/relationships" id="266" r:id="Rdc8344af8e6d46a1"/>
    <p:sldId xmlns:r="http://schemas.openxmlformats.org/officeDocument/2006/relationships" id="267" r:id="R2d1f9cc638d4479f"/>
    <p:sldId xmlns:r="http://schemas.openxmlformats.org/officeDocument/2006/relationships" id="268" r:id="Rba7a7b7478da48c7"/>
    <p:sldId xmlns:r="http://schemas.openxmlformats.org/officeDocument/2006/relationships" id="269" r:id="R47809ade55934db8"/>
    <p:sldId xmlns:r="http://schemas.openxmlformats.org/officeDocument/2006/relationships" id="270" r:id="R7fcea6011798470a"/>
    <p:sldId xmlns:r="http://schemas.openxmlformats.org/officeDocument/2006/relationships" id="271" r:id="Re96d753de6d442a1"/>
    <p:sldId xmlns:r="http://schemas.openxmlformats.org/officeDocument/2006/relationships" id="272" r:id="R3f81acbb38634624"/>
    <p:sldId xmlns:r="http://schemas.openxmlformats.org/officeDocument/2006/relationships" id="273" r:id="R4405e9ff459847a8"/>
    <p:sldId xmlns:r="http://schemas.openxmlformats.org/officeDocument/2006/relationships" id="274" r:id="R9479a30df6214b68"/>
    <p:sldId xmlns:r="http://schemas.openxmlformats.org/officeDocument/2006/relationships" id="275" r:id="R0e63e9d5940e4672"/>
    <p:sldId xmlns:r="http://schemas.openxmlformats.org/officeDocument/2006/relationships" id="276" r:id="Rf90f4bbce9c54133"/>
    <p:sldId xmlns:r="http://schemas.openxmlformats.org/officeDocument/2006/relationships" id="277" r:id="R39fcaf3f9e7e47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eb0568a4ed457f" /><Relationship Type="http://schemas.openxmlformats.org/officeDocument/2006/relationships/slideMaster" Target="/ppt/slideMasters/slideMaster1.xml" Id="R8e27527352e04618" /><Relationship Type="http://schemas.openxmlformats.org/officeDocument/2006/relationships/notesMaster" Target="/ppt/notesMasters/notesMaster1.xml" Id="Rfbec3935a9434079" /><Relationship Type="http://schemas.openxmlformats.org/officeDocument/2006/relationships/presProps" Target="/ppt/presProps.xml" Id="R85c1a026cfa6400d" /><Relationship Type="http://schemas.openxmlformats.org/officeDocument/2006/relationships/tableStyles" Target="/ppt/tableStyles.xml" Id="Ra01faf6ffcda4089" /><Relationship Type="http://schemas.openxmlformats.org/officeDocument/2006/relationships/slide" Target="/ppt/slides/slide1.xml" Id="Ra5997148dbdd42c6" /><Relationship Type="http://schemas.openxmlformats.org/officeDocument/2006/relationships/slide" Target="/ppt/slides/slide2.xml" Id="R96c324f24cc24b0a" /><Relationship Type="http://schemas.openxmlformats.org/officeDocument/2006/relationships/slide" Target="/ppt/slides/slide3.xml" Id="Rb7661b99021f421d" /><Relationship Type="http://schemas.openxmlformats.org/officeDocument/2006/relationships/slide" Target="/ppt/slides/slide4.xml" Id="R971e8443017f4ad9" /><Relationship Type="http://schemas.openxmlformats.org/officeDocument/2006/relationships/slide" Target="/ppt/slides/slide5.xml" Id="Rbfe981a51e574fd8" /><Relationship Type="http://schemas.openxmlformats.org/officeDocument/2006/relationships/slide" Target="/ppt/slides/slide6.xml" Id="R11c580daae5e4052" /><Relationship Type="http://schemas.openxmlformats.org/officeDocument/2006/relationships/slide" Target="/ppt/slides/slide7.xml" Id="Rbf6fe3183dfa4d24" /><Relationship Type="http://schemas.openxmlformats.org/officeDocument/2006/relationships/slide" Target="/ppt/slides/slide8.xml" Id="Ra1cef890f34440e2" /><Relationship Type="http://schemas.openxmlformats.org/officeDocument/2006/relationships/slide" Target="/ppt/slides/slide9.xml" Id="R80ca0af0b4a64afc" /><Relationship Type="http://schemas.openxmlformats.org/officeDocument/2006/relationships/slide" Target="/ppt/slides/slide10.xml" Id="R46abc532b4e447a5" /><Relationship Type="http://schemas.openxmlformats.org/officeDocument/2006/relationships/slide" Target="/ppt/slides/slide11.xml" Id="Rdc8344af8e6d46a1" /><Relationship Type="http://schemas.openxmlformats.org/officeDocument/2006/relationships/slide" Target="/ppt/slides/slide12.xml" Id="R2d1f9cc638d4479f" /><Relationship Type="http://schemas.openxmlformats.org/officeDocument/2006/relationships/slide" Target="/ppt/slides/slide13.xml" Id="Rba7a7b7478da48c7" /><Relationship Type="http://schemas.openxmlformats.org/officeDocument/2006/relationships/slide" Target="/ppt/slides/slide14.xml" Id="R47809ade55934db8" /><Relationship Type="http://schemas.openxmlformats.org/officeDocument/2006/relationships/slide" Target="/ppt/slides/slide15.xml" Id="R7fcea6011798470a" /><Relationship Type="http://schemas.openxmlformats.org/officeDocument/2006/relationships/slide" Target="/ppt/slides/slide16.xml" Id="Re96d753de6d442a1" /><Relationship Type="http://schemas.openxmlformats.org/officeDocument/2006/relationships/slide" Target="/ppt/slides/slide17.xml" Id="R3f81acbb38634624" /><Relationship Type="http://schemas.openxmlformats.org/officeDocument/2006/relationships/slide" Target="/ppt/slides/slide18.xml" Id="R4405e9ff459847a8" /><Relationship Type="http://schemas.openxmlformats.org/officeDocument/2006/relationships/slide" Target="/ppt/slides/slide19.xml" Id="R9479a30df6214b68" /><Relationship Type="http://schemas.openxmlformats.org/officeDocument/2006/relationships/slide" Target="/ppt/slides/slide20.xml" Id="R0e63e9d5940e4672" /><Relationship Type="http://schemas.openxmlformats.org/officeDocument/2006/relationships/slide" Target="/ppt/slides/slide21.xml" Id="Rf90f4bbce9c54133" /><Relationship Type="http://schemas.openxmlformats.org/officeDocument/2006/relationships/slide" Target="/ppt/slides/slide22.xml" Id="R39fcaf3f9e7e47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a4e367bd0e4d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5b063806d9409a" /><Relationship Type="http://schemas.openxmlformats.org/officeDocument/2006/relationships/notesMaster" Target="/ppt/notesMasters/notesMaster1.xml" Id="R3253883a2f3e4e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a3ebca25b14d37" /><Relationship Type="http://schemas.openxmlformats.org/officeDocument/2006/relationships/notesMaster" Target="/ppt/notesMasters/notesMaster1.xml" Id="R1e357ae81e8a48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6e7e45d5c34339" /><Relationship Type="http://schemas.openxmlformats.org/officeDocument/2006/relationships/notesMaster" Target="/ppt/notesMasters/notesMaster1.xml" Id="R16da5896d83e4d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5d3903931448c9" /><Relationship Type="http://schemas.openxmlformats.org/officeDocument/2006/relationships/notesMaster" Target="/ppt/notesMasters/notesMaster1.xml" Id="R470b190a16d54e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4daa55d2474dd7" /><Relationship Type="http://schemas.openxmlformats.org/officeDocument/2006/relationships/notesMaster" Target="/ppt/notesMasters/notesMaster1.xml" Id="Rc69d170c77014c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fcde89ac3427a" /><Relationship Type="http://schemas.openxmlformats.org/officeDocument/2006/relationships/notesMaster" Target="/ppt/notesMasters/notesMaster1.xml" Id="Rd57d7ef1480b4d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92d2ccb7d644f8" /><Relationship Type="http://schemas.openxmlformats.org/officeDocument/2006/relationships/notesMaster" Target="/ppt/notesMasters/notesMaster1.xml" Id="Ra2542e69c9284c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f528c8f29343c4" /><Relationship Type="http://schemas.openxmlformats.org/officeDocument/2006/relationships/notesMaster" Target="/ppt/notesMasters/notesMaster1.xml" Id="Re250747c616042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e972b2bf7c4d2e" /><Relationship Type="http://schemas.openxmlformats.org/officeDocument/2006/relationships/notesMaster" Target="/ppt/notesMasters/notesMaster1.xml" Id="Rf4b84c2f5fd54e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5990f935a64a1e" /><Relationship Type="http://schemas.openxmlformats.org/officeDocument/2006/relationships/notesMaster" Target="/ppt/notesMasters/notesMaster1.xml" Id="R8594403a68a849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6b6adeffbf4038" /><Relationship Type="http://schemas.openxmlformats.org/officeDocument/2006/relationships/notesMaster" Target="/ppt/notesMasters/notesMaster1.xml" Id="R3bd7739604984f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44eb38d6184e2e" /><Relationship Type="http://schemas.openxmlformats.org/officeDocument/2006/relationships/notesMaster" Target="/ppt/notesMasters/notesMaster1.xml" Id="R235a5247c79645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13b831c4464a73" /><Relationship Type="http://schemas.openxmlformats.org/officeDocument/2006/relationships/notesMaster" Target="/ppt/notesMasters/notesMaster1.xml" Id="Rc08e30b34cb44e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891829b5ae4891" /><Relationship Type="http://schemas.openxmlformats.org/officeDocument/2006/relationships/notesMaster" Target="/ppt/notesMasters/notesMaster1.xml" Id="R44e2b284304f40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ec8d6d52674ae2" /><Relationship Type="http://schemas.openxmlformats.org/officeDocument/2006/relationships/notesMaster" Target="/ppt/notesMasters/notesMaster1.xml" Id="R94cf4af495024a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604a71140d40d0" /><Relationship Type="http://schemas.openxmlformats.org/officeDocument/2006/relationships/notesMaster" Target="/ppt/notesMasters/notesMaster1.xml" Id="Rb29e81f7c19b4e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b39538d1e04e40" /><Relationship Type="http://schemas.openxmlformats.org/officeDocument/2006/relationships/notesMaster" Target="/ppt/notesMasters/notesMaster1.xml" Id="Rd7d5896d2c25478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d0fed6fa944431" /><Relationship Type="http://schemas.openxmlformats.org/officeDocument/2006/relationships/notesMaster" Target="/ppt/notesMasters/notesMaster1.xml" Id="Re0232a6f2ae941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e4422a23c24c61" /><Relationship Type="http://schemas.openxmlformats.org/officeDocument/2006/relationships/notesMaster" Target="/ppt/notesMasters/notesMaster1.xml" Id="Rc7a50e22a57b42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42e89ad6bc456e" /><Relationship Type="http://schemas.openxmlformats.org/officeDocument/2006/relationships/notesMaster" Target="/ppt/notesMasters/notesMaster1.xml" Id="R71959851fca44b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25a9ddb291477e" /><Relationship Type="http://schemas.openxmlformats.org/officeDocument/2006/relationships/notesMaster" Target="/ppt/notesMasters/notesMaster1.xml" Id="R91053dec5d9c4a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2058c3014e4c7b" /><Relationship Type="http://schemas.openxmlformats.org/officeDocument/2006/relationships/notesMaster" Target="/ppt/notesMasters/notesMaster1.xml" Id="R1904a0bfe4bd40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424f619c64d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981992a7646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2b9fc8ec14a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41ae9e80b40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3d95cc90847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e937222334e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B02167-358E-4381-AB2F-DCA0FB0A0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88CE0C-BCBB-4C26-80BB-4F6899D86F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39F635-E16A-4081-ACD2-43664C484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BCF92B-D462-453F-9174-F01EB32F05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93B264-D804-4EDA-BB6E-E5F424CEFC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BE47CC-0ABE-465A-8119-B08B0E6A6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9A98FA-19CD-4985-8FC8-A649AD0CFF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E87DF6A-0195-4CE3-8D24-65D078A613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12569F-F18E-42BC-BF87-2DA2AFC16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9ED191-DFB8-4CF9-A201-A54D3FC06B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1118ae149f402b" /><Relationship Type="http://schemas.openxmlformats.org/officeDocument/2006/relationships/slideLayout" Target="/ppt/slideLayouts/slideLayout1.xml" Id="R527dae4d19b84ac9" /><Relationship Type="http://schemas.openxmlformats.org/officeDocument/2006/relationships/slideLayout" Target="/ppt/slideLayouts/slideLayout2.xml" Id="R5cf65213d9ff4fed" /><Relationship Type="http://schemas.openxmlformats.org/officeDocument/2006/relationships/slideLayout" Target="/ppt/slideLayouts/slideLayout3.xml" Id="R3eac66cf2ebf49c9" /><Relationship Type="http://schemas.openxmlformats.org/officeDocument/2006/relationships/slideLayout" Target="/ppt/slideLayouts/slideLayout4.xml" Id="R01932e6d86d548ac" /><Relationship Type="http://schemas.openxmlformats.org/officeDocument/2006/relationships/slideLayout" Target="/ppt/slideLayouts/slideLayout5.xml" Id="Rb7b016a6f78b48a0" /><Relationship Type="http://schemas.openxmlformats.org/officeDocument/2006/relationships/slideLayout" Target="/ppt/slideLayouts/slideLayout6.xml" Id="Rcd24ec3ff9814b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7dae4d19b84ac9"/>
    <p:sldLayoutId xmlns:r="http://schemas.openxmlformats.org/officeDocument/2006/relationships" id="2147483650" r:id="R5cf65213d9ff4fed"/>
    <p:sldLayoutId xmlns:r="http://schemas.openxmlformats.org/officeDocument/2006/relationships" id="2147483651" r:id="R3eac66cf2ebf49c9"/>
    <p:sldLayoutId xmlns:r="http://schemas.openxmlformats.org/officeDocument/2006/relationships" id="2147483652" r:id="R01932e6d86d548ac"/>
    <p:sldLayoutId xmlns:r="http://schemas.openxmlformats.org/officeDocument/2006/relationships" id="2147483653" r:id="Rb7b016a6f78b48a0"/>
    <p:sldLayoutId xmlns:r="http://schemas.openxmlformats.org/officeDocument/2006/relationships" id="2147483654" r:id="Rcd24ec3ff9814b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eab3a0c8f4970" /><Relationship Type="http://schemas.openxmlformats.org/officeDocument/2006/relationships/image" Target="/ppt/media/image.png" Id="Re7ef5375f9b64d05" /><Relationship Type="http://schemas.openxmlformats.org/officeDocument/2006/relationships/notesSlide" Target="/ppt/notesSlides/notesSlide1.xml" Id="Ra8b956255f1f4a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364d630b94bb0" /><Relationship Type="http://schemas.openxmlformats.org/officeDocument/2006/relationships/notesSlide" Target="/ppt/notesSlides/notesSlide2.xml" Id="Rb8cf819c4af548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e7347d09f4c60" /><Relationship Type="http://schemas.openxmlformats.org/officeDocument/2006/relationships/notesSlide" Target="/ppt/notesSlides/notesSlide3.xml" Id="Rccbbf2ef561047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d3689354540a2" /><Relationship Type="http://schemas.openxmlformats.org/officeDocument/2006/relationships/notesSlide" Target="/ppt/notesSlides/notesSlide4.xml" Id="R760df475539c45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42a1c641b401d" /><Relationship Type="http://schemas.openxmlformats.org/officeDocument/2006/relationships/image" Target="/ppt/media/image.jpeg" Id="Raa29db899fda4389" /><Relationship Type="http://schemas.openxmlformats.org/officeDocument/2006/relationships/notesSlide" Target="/ppt/notesSlides/notesSlide5.xml" Id="R67a4802931ff4e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8ef9f972f4fda" /><Relationship Type="http://schemas.openxmlformats.org/officeDocument/2006/relationships/image" Target="/ppt/media/image2.jpeg" Id="R1dbb4e519c2246d8" /><Relationship Type="http://schemas.openxmlformats.org/officeDocument/2006/relationships/notesSlide" Target="/ppt/notesSlides/notesSlide6.xml" Id="Rd9587814804f46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da0250d0340be" /><Relationship Type="http://schemas.openxmlformats.org/officeDocument/2006/relationships/notesSlide" Target="/ppt/notesSlides/notesSlide7.xml" Id="R4781801fc12c44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24f6db7ef4758" /><Relationship Type="http://schemas.openxmlformats.org/officeDocument/2006/relationships/image" Target="/ppt/media/image3.jpeg" Id="R1043f60a57b248d0" /><Relationship Type="http://schemas.openxmlformats.org/officeDocument/2006/relationships/notesSlide" Target="/ppt/notesSlides/notesSlide8.xml" Id="Ra270bf06f1c441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035abfb9e40a1" /><Relationship Type="http://schemas.openxmlformats.org/officeDocument/2006/relationships/image" Target="/ppt/media/image4.jpeg" Id="Rbb6ae2c8c75d4423" /><Relationship Type="http://schemas.openxmlformats.org/officeDocument/2006/relationships/notesSlide" Target="/ppt/notesSlides/notesSlide9.xml" Id="R6e6a71f34b324a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3aac37fac4a06" /><Relationship Type="http://schemas.openxmlformats.org/officeDocument/2006/relationships/image" Target="/ppt/media/image5.jpeg" Id="Ra72467a9b78f484d" /><Relationship Type="http://schemas.openxmlformats.org/officeDocument/2006/relationships/notesSlide" Target="/ppt/notesSlides/notesSlide10.xml" Id="R9414c8b8f2de42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d1d64685b64f6d" /><Relationship Type="http://schemas.openxmlformats.org/officeDocument/2006/relationships/image" Target="/ppt/media/image6.jpeg" Id="R9ac99a4c57b14a06" /><Relationship Type="http://schemas.openxmlformats.org/officeDocument/2006/relationships/notesSlide" Target="/ppt/notesSlides/notesSlide11.xml" Id="Rc77070f04c4b4c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1aa143d354de5" /><Relationship Type="http://schemas.openxmlformats.org/officeDocument/2006/relationships/notesSlide" Target="/ppt/notesSlides/notesSlide12.xml" Id="Ra1fea6ed973f48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f4b48c88243ae" /><Relationship Type="http://schemas.openxmlformats.org/officeDocument/2006/relationships/notesSlide" Target="/ppt/notesSlides/notesSlide13.xml" Id="Rc65052f4877a42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794fc64e34c0f" /><Relationship Type="http://schemas.openxmlformats.org/officeDocument/2006/relationships/image" Target="/ppt/media/image7.jpeg" Id="Rf54e9bb5e3d34ed1" /><Relationship Type="http://schemas.openxmlformats.org/officeDocument/2006/relationships/notesSlide" Target="/ppt/notesSlides/notesSlide14.xml" Id="R2503d14dfd2047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a84f0b323f4575" /><Relationship Type="http://schemas.openxmlformats.org/officeDocument/2006/relationships/notesSlide" Target="/ppt/notesSlides/notesSlide15.xml" Id="R8068c3e6730640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536b1c2ca4786" /><Relationship Type="http://schemas.openxmlformats.org/officeDocument/2006/relationships/image" Target="/ppt/media/image8.jpeg" Id="R54cba56b52154521" /><Relationship Type="http://schemas.openxmlformats.org/officeDocument/2006/relationships/notesSlide" Target="/ppt/notesSlides/notesSlide16.xml" Id="Re84b27b85cb84bb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11a137a964dd8" /><Relationship Type="http://schemas.openxmlformats.org/officeDocument/2006/relationships/notesSlide" Target="/ppt/notesSlides/notesSlide17.xml" Id="R101d8119073041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aa4efe9924067" /><Relationship Type="http://schemas.openxmlformats.org/officeDocument/2006/relationships/image" Target="/ppt/media/image9.jpeg" Id="Rd89ecdd3b3054e1c" /><Relationship Type="http://schemas.openxmlformats.org/officeDocument/2006/relationships/notesSlide" Target="/ppt/notesSlides/notesSlide18.xml" Id="Re6ee2eee8b0c4e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519d09aecf4656" /><Relationship Type="http://schemas.openxmlformats.org/officeDocument/2006/relationships/notesSlide" Target="/ppt/notesSlides/notesSlide19.xml" Id="R7b739e509a604d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869d006cd4392" /><Relationship Type="http://schemas.openxmlformats.org/officeDocument/2006/relationships/image" Target="/ppt/media/image10.jpeg" Id="Rc080de62f2e44feb" /><Relationship Type="http://schemas.openxmlformats.org/officeDocument/2006/relationships/notesSlide" Target="/ppt/notesSlides/notesSlide20.xml" Id="R6848a38a2d4145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485e85ad74489" /><Relationship Type="http://schemas.openxmlformats.org/officeDocument/2006/relationships/notesSlide" Target="/ppt/notesSlides/notesSlide21.xml" Id="Ra0f043caaa6b45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0638c59c24622" /><Relationship Type="http://schemas.openxmlformats.org/officeDocument/2006/relationships/notesSlide" Target="/ppt/notesSlides/notesSlide22.xml" Id="R655303d3e31e44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E53C6-6433-42AB-B753-10D95FFE1C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f5375f9b64d05"/>
          <a:stretch xmlns:a="http://schemas.openxmlformats.org/drawingml/2006/main"/>
        </p:blipFill>
        <p:spPr>
          <a:xfrm xmlns:a="http://schemas.openxmlformats.org/drawingml/2006/main">
            <a:off x="685800" y="6096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EA3E2-74E9-435A-B5C0-1EA0852C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04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MY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4DF26-2752-4FC7-92F5-48D408B9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096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43"/>
          </a:bodyPr>
          <a:lstStyle xmlns:a="http://schemas.openxmlformats.org/drawingml/2006/main">
            <a:def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포트폴리오 웹사이트</a:t>
            </a:r>
          </a:p>
          <a:p xmlns:a="http://schemas.openxmlformats.org/drawingml/2006/main">
            <a: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구성과 기능 설명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A046E-0DD4-40DC-820E-08C3A677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8"/>
          </a:bodyPr>
          <a:lstStyle xmlns:a="http://schemas.openxmlformats.org/drawingml/2006/main">
            <a:def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자기소개부터 코드 강좌까지, 사이트의 각 요소를 이해하기 쉽게 정리한 발표 자료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017C8-192E-4268-870E-5D53553D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김재환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8C9EB-5EB7-4A9D-97EB-98363BC1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695450" cy="47625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A5324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09535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23C9A-1FB6-4809-BB24-87F1F77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09477-29F5-4D34-BD3A-393564D9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BF338-45D9-4140-B465-54D49E3B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A0E75-5BDF-4CCC-9380-82D9C12D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사이트 전체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F58BA-F8C2-444C-BB64-D3E4483C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방문자는 소개 정보를 살펴보고, 기능을 사용하며, 강좌에서 직접 학습합니다.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08F5D-5CE6-4958-8DF8-B5AFF09A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829BD-003B-4030-972D-9795B9CF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포트폴리오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C6BFD-0989-42D0-A056-19E64DEA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574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2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자기소개, 인적사항, 학습 기록과 프로젝트 경험을 보여줍니다.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2958F-3EB7-47E2-97FE-1AA6EBF9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77B24-61F7-4C15-98F0-0C813DE4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76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사용자 기능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2E307-1442-4188-8D91-C866072B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574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11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아이디어 저장, 로그인·회원가입, 배경음악을 브라우저에서 사용할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7B98F-6234-4521-803F-3645417B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27F23-020D-452E-9326-366304A3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76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코드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EB1DE-17F1-40D7-A08A-3FD3B187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11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HTML, C, C++ 강좌에서 설명·코드·퀴즈를 단계별로 학습합니다.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985F8-113E-4720-9F1F-AFD2DB3E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페이지 이동 흐름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716B0-C42E-4192-BD95-0EE745D4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자기소개  ›  인적사항  ›  학습사항  ›  경력사항  ›  아이디어  ›  코드강좌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4E76C-C6EE-4792-A732-06A218D8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모든 페이지는 같은 내비게이션과 검은색·붉은색 디자인을 공유합니다.</a:t>
            </a:r>
          </a:p>
        </p:txBody>
      </p:sp>
    </p:spTree>
    <p:extLst>
      <p:ext uri="{BB962C8B-B14F-4D97-AF65-F5344CB8AC3E}">
        <p14:creationId xmlns:p14="http://schemas.microsoft.com/office/powerpoint/2010/main" val="1961056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D4FD48-7F45-4D4B-887A-89D391C2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BB2D4-16ED-484A-AF6C-24EF7D8D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EDB60-DF6C-4394-BD58-E43A0EA7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AF50F-7F4E-43B9-845B-14CD9D31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검은색과 붉은색 중심의 디자인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3C0FB-58CE-4D7B-906C-C5903D20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어두운 배경이 콘텐츠를 집중해서 보게 하고, 붉은색이 버튼과 현재 위치를 강조합니다.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26B32-5E94-45CB-8B4E-834F8EF5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C26E3-4482-4F65-A7F0-64DECAF7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90708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94470-D5D0-4A51-8A14-F0B24D6D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>
            <a:def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#090708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4C96C-2A71-4504-B274-EE064B35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강조색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39069-529C-41A2-91CB-C6579C29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A5324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B8A30-5ECF-4315-82C2-040609C3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9527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>
            <a:def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#A53242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3F762-49F8-4597-AF05-CF8254DE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본문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B42C6-53EA-49F8-A183-C1740091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2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05193-5323-44B9-B5DC-1806E025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9527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>
            <a:def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rPr>
              <a:t>#F7F2F3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FBAB3-EC35-4D2D-94D3-1CD6646C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보조 글자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55D8F-9CA9-4AE5-AA6D-D40C7030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A99FA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6FC67-265B-45DD-B46E-B5D7E398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>
            <a:def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rPr>
              <a:t>#A99FA2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F88A3-6A25-4243-B804-2DD538EF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776A7-59BC-4FEF-83A7-A1CAC288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큰 제목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5C9A7-55FC-4CE0-9E5D-D3A9B758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72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페이지의 목적을 한눈에 이해하도록 제목 크기를 크게 설정했습니다.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FEB3A-372C-4943-8949-6AF4CE84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57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621E8-A8DF-4C22-94A6-8420FD08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38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넓은 여백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69631-9C87-4B0E-AB96-A1D8B236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196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62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요소 사이를 충분히 띄워 내용이 복잡해 보이지 않도록 했습니다.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2B854-2332-427D-904D-E8DBA265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57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D3B1C-1DC5-4248-ACF9-571B6BFE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38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일관된 강조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79AF23-BE7E-43EA-B188-85BE9AAE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196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활성 메뉴, 버튼, 진행률에 같은 붉은색을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697276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D19B7-2DEF-4AFB-94E2-63FA6D1E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9038D-5D2E-4978-84EC-B55CC491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413EA-BB49-4C0C-A71F-3C91EDF4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0A4D0-404A-48DE-9848-93880B50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내비게이션과 반응형 화면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F985F-F7AF-4372-99E2-C3CB91F6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로고에 마우스를 올리면 메뉴가 나타나고, 작은 화면에서는 공간에 맞춰 배치가 바뀝니다.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11B50-21CD-44F6-BCF6-5448DEA2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706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0A0B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6A880-A546-4B05-A28A-C8FF7119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◉  MY PORTFOLIO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0716E-6017-4DC3-B851-E88670E4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982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자기소개    인적사항    학습사항    경력사항    아이디어    코드강좌    로그인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A878A-67E1-4A20-95B8-FFE87464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FE800-B328-4B25-B73E-041FB390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마우스 드롭다운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71A54-D39F-4FA7-907E-8780D4B4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로고 주변에 마우스를 올리거나 키보드로 접근하면 전체 메뉴를 확인할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94A76-CC2C-4ADA-BDA1-9F01461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DE423-0BA9-423B-BFF3-8AB46698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현재 페이지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7E565-5C7C-47DD-A607-8315BC64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244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방문자가 어느 페이지에 있는지 활성 메뉴의 색으로 알려줍니다.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14942-D706-4A44-BAE2-45A6BC0D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27854-68C0-4D46-8CEC-912D726E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모바일 대응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A8725-49FA-48C2-BCF5-308B9C90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화면이 좁아지면 글자와 열 배치가 줄어들어 휴대전화에서도 읽을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36910-5330-42F2-A844-E7DD9B4A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823AF-5F48-422A-B7A7-6B790D4D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43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동적 메뉴 추가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0A1E6-B25E-4555-87FE-F33E4DC3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244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공통 스크립트가 코드강좌와 로그인 메뉴를 모든 페이지에 자동으로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455848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452D9-D227-4450-8913-D0B75803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8F4F9-1689-4E33-B830-DF58F980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A0FFC-A470-4C59-97B3-FE7D37E9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1DCDF-77DD-471C-8825-316E8E76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자기소개 페이지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3E1F5-9EE5-43E9-B7DA-75A0DB95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첫 화면에서 이름, 개발 목표, 관심 분야를 간결하게 전달합니다.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7C9FD-39C5-4972-A38E-7A68B8A95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9db899fda4389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F2487-899B-44B9-BC7C-99547862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BECFF-4759-46F2-91E4-C162CD8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소개 문장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B70AD-AB51-47A9-8D11-88EF4ED9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예비 개발자로서 배우고 만드는 과정을 중요하게 생각한다는 방향을 보여줍니다.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B136B-0BEE-4838-9A24-9D0F4949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E1333-686D-414E-9214-1FF6AC18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프로필 사진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4B108-BDE7-4A16-8D20-AFF98FE8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사용자가 자신의 사진을 선택하고 즉시 미리볼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63132-744E-4630-BE40-A1C3B11B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05D3E-D84D-42CF-B854-8149B173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키워드 태그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B93D1-5C2B-4E06-B928-9FCE1E22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웹개발, UI·UX, 꾸준한 성장이라는 관심사를 짧게 요약합니다.</a:t>
            </a:r>
          </a:p>
        </p:txBody>
      </p:sp>
    </p:spTree>
    <p:extLst>
      <p:ext uri="{BB962C8B-B14F-4D97-AF65-F5344CB8AC3E}">
        <p14:creationId xmlns:p14="http://schemas.microsoft.com/office/powerpoint/2010/main" val="6294477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895B7-FFCB-47F0-ABC9-0DCFF27B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9A74A-2E21-412C-AAE0-83D84501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A0590-1A84-4941-AF82-74CD8F21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44E92-F311-44AE-99BD-289E739C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인적사항 페이지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283B5-29B1-4821-806A-0A5FBCB5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기본 정보와 연락 방법을 표로 정리해 빠르게 확인할 수 있습니다.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0CA02-6AE7-48CD-8101-158FA4CD4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b4e519c2246d8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97B6C-7FBA-4DE9-BCE0-45A227EE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A5C68-3D77-404B-AA23-182DF58D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기본 정보 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2CB40-8799-4E0C-B206-14B6C528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이름, 거주지, 관심 분야, GitHub와 현재 상태를 행별로 구분합니다.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737EB-9778-469F-9BEA-48B852C6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56100-5EC9-4AC5-9161-1854247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연락처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5F9A9-EF12-479A-8BB7-41FEFC81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이메일과 전화번호를 누르면 바로 해당 앱이나 서비스로 이동합니다.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C709E-3F9D-48CD-A135-7B4E99E9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21341-A8D3-4743-809E-5B6F2BD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접근하기 쉬운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FA1A2-F9DA-4D4D-812A-322F1FE1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표의 제목 셀과 링크 문구가 정보의 의미를 분명하게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1453998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C8061-DB81-401A-8D2C-A83F6050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SMART LINKS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57467-289E-4DED-8915-CCDF2103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C64FE-8435-49BC-82E2-8418EE90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0B346-AD3E-4E45-A79B-BB3C5A55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외부 서비스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303A3-1D4C-4F3B-82B6-13A0E44F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연락과 위치 확인에 필요한 기능을 한곳에서 바로 실행합니다.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0B8E2-9044-4DB3-8BC6-4DA349FA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45FA3-DE4C-48E2-BA9A-4F124BE0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Gmail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A132D-CBAB-4B60-A179-936EF18E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574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새 메일 작성 화면을 열고 받는 사람 주소를 자동으로 입력합니다.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E0932-4DD3-48CB-AFE8-E8416F1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D8E2D-6BC0-4884-9E85-4B53F246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전화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7A3D2-9A8D-413A-B312-E13A0EEB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휴대전화에서 010-5731-5766으로 바로 통화를 시작합니다.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592E2-1D4F-4625-A55E-B8970DC5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873CA-368D-4705-9997-CF35FC6E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Instagram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458BF-2721-47C2-BAC7-5F0BB160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SNS 프로필을 새 탭에서 열어 개인 활동을 확인할 수 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5296D-5CD4-444F-8879-9913EB23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27E45-CEC0-486B-9B2A-1E5D7DD3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Google 지도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5E828-31D3-4FA2-B321-8B912545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1150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장안대학교 위치와 서울특별시 주소를 지도에서 확인합니다.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BD546-7E82-46D2-AA62-5AF91D0E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E7AAB-7F15-42DC-B864-533518C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43053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Gmail 링크      https://mail.google.com/...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전화번호 링크   tel:+821057315766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SNS 링크        instagram.com/kim_jh627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위성좌표 링크   Google Maps</a:t>
            </a:r>
          </a:p>
        </p:txBody>
      </p:sp>
    </p:spTree>
    <p:extLst>
      <p:ext uri="{BB962C8B-B14F-4D97-AF65-F5344CB8AC3E}">
        <p14:creationId xmlns:p14="http://schemas.microsoft.com/office/powerpoint/2010/main" val="17930355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D9F0E-8F9A-4F17-85C0-B380C69C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124C0-6FF4-423F-8E47-58F5D6AE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ACE5D-CBF2-4756-AECB-60AEAA30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46941-A435-4152-8F5D-652CD812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학습사항 페이지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662BF-2948-48A5-90D3-A1F03BD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배운 내용을 시간 순서로 정리해 성장 과정을 보여줍니다.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C512A-0014-4F08-A798-45673D807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3f60a57b248d0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2C1F7-59F0-4113-93D1-EACE37A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58AEC-C954-4F36-8616-E633ACF7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2026년 5월부터 6월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66941-D8C7-4C64-8947-9CBBA1A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HTML5와 CSS3의 문서 구조, 레이아웃과 접근성을 학습했습니다.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DDAE0-C932-4C85-B1BC-098B7B21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B9F15-E37F-4EC6-BB7D-04762D47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2026년 7월부터 8월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66CC9-322D-44F6-B1B3-E75A4EC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JavaScript의 DOM, 이벤트, 배열과 객체를 실습했습니다.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7487C-FD44-4630-A0E5-DD41D4D6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3389D-754B-40FD-8611-61D47A6F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현재와 다음 목표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DB36B-6D0B-4152-9445-08553F84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반응형 포트폴리오를 제작하고 React 학습을 다음 단계로 설정했습니다.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383792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1CA07-8C71-4672-94D4-3F87D00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CD76A-80DE-42DB-93F8-376FDBCA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556E8-DF50-4F40-BBD9-EDF683A6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B11D8-6B34-4AF3-92F2-BE5B21D6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경력사항 페이지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11242-D32A-4594-A56B-07693019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프로젝트 경험을 기간, 설명, 사용 기술로 나누어 보여줍니다.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01763-A8C3-4138-B0DF-3B80ECB2E4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ae2c8c75d4423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29E0F-E8D4-49A9-A7B6-D42FD91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D519D-E983-4330-9E2D-E351634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개인 포트폴리오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88DD9-C39B-44F4-82F9-54E64063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기획부터 반응형 HTML·CSS 구현까지 직접 진행한 경험입니다.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28513-7B39-47C2-887F-FDE37B36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89831-D765-4FE8-8F65-6797D5BB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팀 웹 프로젝트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EC0D2-6CA5-4DAF-ACC6-E8AB1045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정보 구조와 주요 화면을 설계하고 팀원과 협업한 경험입니다.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725D1-ADC7-4967-8380-D47C89ED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6EE65-ABA4-4697-ACFF-3B876E15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웹 개발 기초 과정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82FD8-DCD7-42DB-BE0E-7DB71AC2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웹 표준, 접근성, 시맨틱 마크업을 학습한 과정을 정리했습니다.</a:t>
            </a:r>
          </a:p>
        </p:txBody>
      </p:sp>
    </p:spTree>
    <p:extLst>
      <p:ext uri="{BB962C8B-B14F-4D97-AF65-F5344CB8AC3E}">
        <p14:creationId xmlns:p14="http://schemas.microsoft.com/office/powerpoint/2010/main" val="9436900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ACCD1-8E97-40CF-9AE9-14724C86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INTERACTIVE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14DCE-9F90-4C5B-8B59-33216775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0AA29-0AB5-4974-A4DC-4156EC7E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14D1C-F934-4286-9737-06807521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아이디어 기록과 저장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7BB49-9F09-43A1-A22B-2672B4B6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떠오른 생각을 작성하고 수정·삭제할 수 있으며 브라우저를 닫아도 기록이 남습니다.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095B2-22A1-4779-A847-4DB9943595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467a9b78f484d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88C21-A937-4AFA-A480-B5DA15AA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53F39-D6A8-4C3F-8FE5-59C98185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08B54-9384-40BE-92B3-648039B0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제목은 60자, 내용은 1,000자까지 작성할 수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96818-4F1C-4485-9079-470E8867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B4448-4A36-4E93-A67E-86107E2D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8866D-2705-4218-A2F6-1377860E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localStorage에 JSON 형태로 보관해 같은 브라우저에서 다시 불러옵니다.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F03E8-7030-401C-AAC0-2C46CBB7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92955-CDDA-4A67-A666-B00C1087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414A2-7A07-4356-B0A3-70FB9051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저장된 카드에서 수정과 삭제를 선택하고 개수도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67058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FD68C-A36B-4D64-A2CF-7FFF0844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MEMBER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8274B-21FE-4C47-83F2-71770F7F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88E21-4337-47D8-B478-BA4BD7DF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138EB-BE7C-47C0-952B-2F019EFE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로그인과 회원가입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E9D74-96D7-49BE-8A50-45985A22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학습용 회원 기능으로 가입, 로그인, 세션 유지와 로그아웃을 체험합니다.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7FEB2-D868-495A-B153-05ECFFF674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99a4c57b14a06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4945B-AFDB-46D7-9123-90A1E71C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B81F5-DE7A-4EAE-8053-188554DE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D6C7A-D4A8-421E-BF3A-59C170E8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이름, 이메일, 비밀번호를 검사하고 브라우저 저장소에 회원 정보를 저장합니다.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D466B-A343-49CD-8C57-E5C856A2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17E4C-BB08-49D9-A618-EF779AC9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비밀번호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2F3F3-DEA8-4F40-8989-DE7D4F20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가능한 환경에서는 SHA-256으로 비밀번호 값을 변환합니다.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10A87-532D-44F4-BA3A-87D5AB3B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32CBC-4433-43E0-8BF7-4BE0886F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중요한 제한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937C5-908B-4A29-9AE0-98C40E43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실제 서버 인증이 아니므로 개인 학습과 기능 시연 목적으로만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397996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6A264-B9A3-484F-B5E8-356BE265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MEDIA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2E462-4AE7-4C62-BCC2-29491988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401E2-1BC5-4F81-A352-825E70B3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BEF9E-0D38-4F13-B8DE-BAA8C61B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배경음악 플레이어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97091-B1F0-441F-8DFD-C4825DF9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모든 주요 페이지에서 음악을 재생하고 이전 재생 위치와 음량을 기억합니다.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7156E-10C3-4A6E-B2F1-83741B31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9F421-FAC5-492C-81A8-A4E77A46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4591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const audio = new Audio('../audio/aruarian-dance.mp3');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audio.loop = true;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audio.volume = saved.volume;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7E925-D84D-4DC2-BA6F-32B43E32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C3B86-0A05-4841-ADFF-115FEAF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재생과 일시정지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526EC-D638-4F03-B6B9-4F4A87D2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화면 아래 플레이어 버튼으로 음악 상태를 바꿉니다.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3F8C8-D5AE-4DC6-B2E4-A1D6484F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ACB46-9FDF-4541-9D23-51CCE965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음량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1BC94-4D6E-448F-9258-7554F303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사용자가 선택한 음량을 localStorage에 저장합니다.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4008F-BA5A-425F-94F5-A39A0307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C970B-50F4-450B-B40C-857A7F8A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577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재생 위치 복원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601F6-648A-4F5F-AD54-9D25FFA0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3870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페이지를 이동해도 마지막 재생 시간을 다시 적용합니다.</a:t>
            </a:r>
          </a:p>
        </p:txBody>
      </p:sp>
    </p:spTree>
    <p:extLst>
      <p:ext uri="{BB962C8B-B14F-4D97-AF65-F5344CB8AC3E}">
        <p14:creationId xmlns:p14="http://schemas.microsoft.com/office/powerpoint/2010/main" val="21100849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EA050-3010-4037-A3EE-A2B34A69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235AF-DB85-4DBC-81AE-F46CA372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4DDDC-95DD-4014-BC1A-EBE2E3F7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DF8CF-38D2-4BE8-8AE3-41D0191D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브라우저 저장소의 역할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5CA93-F5B9-403F-BA8E-A2CD38A5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서버가 없어도 학습 기록과 사용자 설정을 같은 브라우저에서 유지합니다.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FB468-C730-4561-AE0C-C4183464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6B79D-EA53-4060-A482-982E9884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335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아이디어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21DA1-4B0D-4723-846E-6EA8EB59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1457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my-portfolio-ideas-v1에 제목, 내용, 수정 시간을 저장합니다.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F1E17-5180-443C-A5BA-35BBECBF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AAAA6-D779-4496-97AF-6E4CD73B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765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회원과 세션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1CACF-4B96-4DCC-9B1E-75D1BE9F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5757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portfolio-users-v1과 portfolio-session-v1에 학습용 계정 상태를 저장합니다.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6D335-7EA3-4F4B-A4C3-D7DC4537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794F7-61BD-4161-9670-86D955A1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95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음악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DF866-872D-4CC6-9454-908F0049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portfolio-background-music에 재생 상태, 위치, 음량을 저장합니다.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F17A5-B3D2-46D4-B656-9E0A7111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4874F-D5E9-434E-94B1-43EE14D3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5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강좌 진도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02943-8F6A-485D-9731-CCCC96C5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4357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언어별 키에 완료 단원과 수정한 코드를 저장합니다.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F27A0-FE14-4FCD-B172-F42030B2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476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9C206-7363-44A0-B78E-C5F21EC1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localStorage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CED15-B20D-4962-B70B-CC517B73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3562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브라우저 내부에만 저장</a:t>
            </a:r>
          </a:p>
          <a:p xmlns:a="http://schemas.openxmlformats.org/drawingml/2006/main">
            <a: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다른 기기와 자동 공유되지 않음</a:t>
            </a:r>
          </a:p>
          <a:p xmlns:a="http://schemas.openxmlformats.org/drawingml/2006/main">
            <a: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브라우저 데이터를 지우면 함께 삭제</a:t>
            </a:r>
          </a:p>
        </p:txBody>
      </p:sp>
    </p:spTree>
    <p:extLst>
      <p:ext uri="{BB962C8B-B14F-4D97-AF65-F5344CB8AC3E}">
        <p14:creationId xmlns:p14="http://schemas.microsoft.com/office/powerpoint/2010/main" val="15503363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22ACE-CFAD-491D-8FB4-3F05C256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CODE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2E824-C646-4360-BAAD-BC1DCB76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32709-C025-44BC-9D9D-56C7C02A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AC2A9-19E5-4496-843D-8189A2BD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코드 강좌 허브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DCBDC-224D-40A8-8FC4-532937AE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검색, 언어 필터, 학습 경로 추천과 짧은 코드 예제를 한 페이지에 모았습니다.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FC94B-ED4E-4033-943B-6AA5ABF8CD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e9bb5e3d34ed1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5CD29-B1E5-49DE-8E90-F3FE81A7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6FF1F-F71B-4892-B8DA-7B624D67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강좌 찾기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5C576-F272-487B-A93E-0044B91F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검색어와 웹·JavaScript·C/C++ 필터로 원하는 내용을 좁힙니다.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B1FE1-4050-4DE0-B282-1594E814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FD62C-A098-4FB9-ABE3-81A5F3E7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학습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449B7-D704-4256-BB65-2556A761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현재 수준과 목표를 선택하면 적합한 시작 강좌를 추천합니다.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FFEA3-CBB8-4F47-AD09-1E875ECB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3F65F-D30F-4909-B9C5-B008EA06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코드 실험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54AE4-C998-4A9D-AD1C-9C6B56A1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HTML, CSS, JavaScript 예제와 결과를 탭으로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4208751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7F0C3-4A09-42BE-B27F-E62160A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CODE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E0C44-B981-4B7B-B0F3-543075AD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26E88-3205-4EC8-9D5A-50C7E9E8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F90CF-3A75-46AA-AC52-6FF76BC0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강좌를 선택하는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886B5-0F76-4CD2-B222-3A392903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초보자는 웹 구조부터 시작하고, 원리를 깊게 배우려면 C 계열 강좌로 이동합니다.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02F0B-6BC9-4881-BB09-1A49822D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43EC3-973B-489D-BF24-53A93AF2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574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처음 시작해요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9DDC8-8321-45C8-A58C-F46AD444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3840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HTML 입문과 자기소개 페이지 실습으로 웹 문서 구조를 익힙니다.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D1187-8153-495E-A62A-B967D854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EF56B-F640-4C03-81BA-6F76EA73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웹을 만들고 싶어요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2C5E6-CC6A-46A3-AED6-27897352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HTML을 복습한 뒤 CSS와 JavaScript 학습으로 이어집니다.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D6471-4D1C-4906-806D-3CF38B28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9C0B5-685A-44A2-93D2-68FCFAC9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원리를 깊게 알고 싶어요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5CE9B-FA84-4168-9740-D6B5D8B1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C 언어의 메모리와 포인터를 배우고 C++ 객체지향으로 확장합니다.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5A965-ADE7-483A-8ADD-5D93A319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476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0D0E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AE19C-486E-4CF9-933F-A2D54475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학습 순서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3FEAC-BDAC-4E9D-AD4D-386DAAE8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4480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42"/>
          </a:bodyPr>
          <a:lstStyle xmlns:a="http://schemas.openxmlformats.org/drawingml/2006/main">
            <a:def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HTML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CSS 디자인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JavaScript 동작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C와 C++ 원리</a:t>
            </a:r>
          </a:p>
        </p:txBody>
      </p:sp>
    </p:spTree>
    <p:extLst>
      <p:ext uri="{BB962C8B-B14F-4D97-AF65-F5344CB8AC3E}">
        <p14:creationId xmlns:p14="http://schemas.microsoft.com/office/powerpoint/2010/main" val="1227971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84309-0073-4439-8A62-C09A3D37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HTML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82E63-CE56-424D-85E5-9BFFB4E7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09F78-E38E-4FFE-90F5-BD403BE4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5D34B-F44C-4821-AD7C-0E66A648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HTML 입문 강좌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E7B04-11F4-4CE7-A66A-8EFE2738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8개 단원에서 웹 문서의 구조를 배우고 자기소개 페이지를 완성합니다.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FF891-3A79-4FFE-A3C5-32B81A376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ba56b52154521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5E73E-8D33-416C-8715-8FE7F5C3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77CAB-CFFC-4015-B74C-F196EAC6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설명과 예제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A0E3A-FEF0-4C52-AF49-B2CB4B9C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제목, 문단, 링크, 이미지, 목록, 표, 폼과 시맨틱 태그를 배웁니다.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95EEB-40E0-4615-A109-C840ADEC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E30BA-A8C3-4775-B98F-0270D448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즉시 미리보기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01754-6F33-4E3E-A190-6A23BAC7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왼쪽 HTML 코드를 수정하면 오른쪽 브라우저 결과가 바로 바뀝니다.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90880-93E3-4DE7-856D-729C5E3E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02C0C-1C3B-430B-9F83-4C336C64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퀴즈와 진도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C871F-682D-41F6-B635-794847C9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학습 완료 상태를 저장하고 마지막 퀴즈로 핵심 개념을 점검합니다.</a:t>
            </a:r>
          </a:p>
        </p:txBody>
      </p:sp>
    </p:spTree>
    <p:extLst>
      <p:ext uri="{BB962C8B-B14F-4D97-AF65-F5344CB8AC3E}">
        <p14:creationId xmlns:p14="http://schemas.microsoft.com/office/powerpoint/2010/main" val="1351032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807EE-D8D8-44A8-AEA4-55CD0118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HTML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BA65D-B093-43AD-9F74-545017D8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CC00B-56F9-4AA5-B4BC-E111E505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546D9-95AF-4A48-81FB-C1BBF029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HTML 강좌 단원별 핵심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AE2AA-E6FB-41E1-9088-E95197DF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문서의 기본 구조에서 시작해 완성된 자기소개 페이지까지 단계적으로 이어집니다.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01846-8274-4227-BB67-205C8452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57045-17F6-45F5-9AD8-ADC37A1C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33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웹과 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6C0E5-05B4-4C5D-81E0-030D0F6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14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태그가 내용의 의미와 구조를 브라우저에 전달합니다.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D126E-1520-478D-9FBB-A5ED725A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C893E-0B74-42EC-BB80-564453DB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76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제목·문단·링크·이미지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5A46B-42FB-4F49-AEA9-9A87822F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정보를 읽기 쉽게 나누고 다른 문서와 연결합니다.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48842-34EF-4DC7-A636-B652479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4DEAD-2D3F-4CD3-90E3-B443B6D1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9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목록·표·입력 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CD9A5-B091-424C-98C3-C4DFB114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여러 항목과 데이터를 정리하고 사용자 입력을 받습니다.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6CEE7-D15A-4C82-B7D3-7246908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A9A5D-2019-4ABA-BB6E-0F812CB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62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시맨틱 구조와 실습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8DF4C-DF1B-47F0-8E0E-1053423F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43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header, main, section을 사용해 자기소개 페이지를 만듭니다.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5C05B-F2FB-478C-8AF4-F54EF895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572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A7728-4438-4464-B30B-1CB716C0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41148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&lt;main&gt;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&lt;section&gt;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  &lt;h2&gt;나의 소개&lt;/h2&gt;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  &lt;p&gt;배운 내용을 하나의 페이지로 구성합니다.&lt;/p&gt;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&lt;/section&gt;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&lt;/main&gt;</a:t>
            </a:r>
          </a:p>
        </p:txBody>
      </p:sp>
    </p:spTree>
    <p:extLst>
      <p:ext uri="{BB962C8B-B14F-4D97-AF65-F5344CB8AC3E}">
        <p14:creationId xmlns:p14="http://schemas.microsoft.com/office/powerpoint/2010/main" val="12171035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C9F5B-D1E0-48F1-BF93-2FADAF99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B01A9-5390-46D8-8756-F91A15E4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B13F6-B932-496A-B193-EEB0EC9E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CEC08-7237-4766-90AA-AB1AAAF6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 언어 입문 강좌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A9A89-5B3A-4056-B4CF-074575CC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8개 단원에서 문법과 메모리의 기본 원리를 배웁니다.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1C904-85E7-46A0-890E-C3D374FEC5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ecdd3b3054e1c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94798-2C1E-4E8B-A7EA-BDDA9C3E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A1C6E-AC4C-4F0E-8BE5-C8508702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기본 문법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576EF-B243-45F4-B066-CE0263C1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변수, 자료형, 입출력, 조건문과 반복문을 학습합니다.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830FB-8302-49DE-80E7-2CC957CB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45282-6499-4CB0-8BB3-064F00A0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데이터와 메모리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47521-9149-4470-9FFA-BD4B7C6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배열, 문자열, 함수와 포인터가 메모리에서 동작하는 방식을 설명합니다.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B3195-AC88-4AD0-BE34-20D4AC30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14EAC-E305-4FFC-B21F-54D8190E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예상 출력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132C4-05F4-41F9-8A39-1EFE4DBB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브라우저에서 코드를 읽고 수정하며 예제의 예상 결과를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6792183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5D9DC-1BE7-4EEF-A829-50C49D6A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177A0-12FE-4A5E-873B-FB9E8B88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359D0-4C23-4164-8759-BF4BD95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E4E47-58D0-479E-9BFE-67736B8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 강좌 단원별 핵심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F579D-986A-4A7A-BA98-CEC6658B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기초 문법을 충분히 익힌 뒤 포인터로 메모리 주소를 다룹니다.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8B17B-9270-4188-9509-D39C9CC8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59D12-FCB2-4472-9DA0-80317B35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33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프로그램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2B30D-54E6-4378-BD10-75BE16DF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14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main 함수와 printf를 사용해 첫 프로그램을 작성합니다.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701F4-43B1-4C70-9B2C-10688E33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4050A-DC10-4F66-9C59-A35119D7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76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제어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4FD32-DE86-4749-A49C-963761CC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if와 반복문으로 조건과 반복 작업을 표현합니다.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5A2E3-6C3E-4D70-B1B0-7BBD9F7A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FB51E-B570-4C07-8264-3B2EF581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9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배열과 함수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8680E-2D5B-4EF0-B5B7-EF934D77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여러 값을 묶고 코드를 기능 단위로 분리합니다.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D5FCC-45A4-479D-A3E1-BB06E70D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027A3-7D2F-4A92-BC65-492D96A2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62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포인터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7350F-26AA-43FA-902D-A3F16147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43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변수의 주소를 저장하고 원본 값을 함수에서 수정합니다.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0AA2A-6037-4F21-9A90-FB3B737C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572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EB93A-AC8E-40EB-9B6C-0F6BEAA1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41148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int value = 10;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int *pointer = &amp;value;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*pointer = 20;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printf("%d\n", value);  // 20</a:t>
            </a:r>
          </a:p>
        </p:txBody>
      </p:sp>
    </p:spTree>
    <p:extLst>
      <p:ext uri="{BB962C8B-B14F-4D97-AF65-F5344CB8AC3E}">
        <p14:creationId xmlns:p14="http://schemas.microsoft.com/office/powerpoint/2010/main" val="4908175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AADD2-9804-4E28-9A20-E32BF8E1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C++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107FE-44FE-4036-9485-3D23A88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06963-5D4C-4505-AABC-4AD92E4F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3A266-30F1-4977-ACB9-F0F793EF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C++ 입문 강좌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9BC1A-CA37-467C-BB6E-71A2DC77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C의 기본 원리에서 클래스, 객체와 다형성으로 학습 범위를 넓힙니다.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059A2-BF3B-4BAD-9127-F789240044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0de62f2e44feb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D6DAF-3B74-4D71-B78C-1AB79025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26D8D-ECD8-4001-8E60-48EC1EA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현대적인 문법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B4EA6-7920-4D3D-AD18-E36162E0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string, vector, 참조를 사용해 데이터를 편리하게 다룹니다.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E1F8D-9ADF-4FC2-9ACC-91840F0F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144CA-EFE8-4BF9-A6D6-CC83E2B4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객체지향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E9699-99BB-4F23-8EE7-2F45F061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클래스, 생성자, 상속과 가상 함수를 단계적으로 배웁니다.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EC4A0-1806-4582-A934-C9679DA5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073BD-7A6B-40DD-B8B5-1D72726D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수정 결과 미리보기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A76CE-750B-4545-B1F3-9DA42805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cout 문자열과 기본 변수, 객체 메서드 호출을 브라우저에서 간단히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772591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F8A7C-C077-41D5-9988-2CD8428B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C++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614C8-FB7A-4829-8C8B-9507CCEF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49CE1-1CF2-4C9A-8780-E4E28C3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3B01C-3447-4985-908E-F78EED87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C++ 강좌 단원별 핵심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F6471-F950-46A9-B2C8-E9684C7D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표준 라이브러리와 객체지향을 함께 익혀 더 큰 프로그램의 구조를 이해합니다.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8B3BF-1F86-44FF-9071-BDD58F7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A5094-789A-45CF-ACBD-E0509F7A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33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iostream과 string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708BD-FB92-469A-9DE8-C311C883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14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cout으로 출력하고 string으로 문자열을 관리합니다.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B45E3-AEE6-44FF-952A-27EDB214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4FF4C-D6ED-44EC-BB80-8FBA0C48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76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vector와 참조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C3ED4-72AB-4F7C-A60F-54443B56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크기가 변하는 배열과 복사를 줄이는 참조를 사용합니다.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224E2-4383-4CC1-A379-E874E963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FD15E-EBF9-466A-A051-BCE08C0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9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클래스와 객체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7CD05-2B21-407E-A7C5-D0707BC9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데이터와 기능을 묶고 생성자로 초기 상태를 정합니다.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04262-C5B0-4383-B1E8-54E4AC21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12A86-25A4-416C-8C29-F8EC26A8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62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상속과 다형성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6301F-F6F1-437F-AF22-95E7E1EB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43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공통 기능을 물려받고 override로 동작을 바꿉니다.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58D51-4E25-44E2-9429-51A93F1A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572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7A1B1-CBCC-4EAF-B4F9-E347FBC6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1148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class Student : public Person {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public: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void study() const {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  std::cout &lt;&lt; getName() &lt;&lt; "이 공부합니다.\n";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}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681818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1C906-1C29-45CC-9D04-D8C9F136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FDA33-F937-4A0B-A89C-7E04798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7CBCE-7B66-4C48-8F1B-B1457A96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D7EAC-D7C6-4D71-89A8-E5698DEC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01"/>
          </a:bodyPr>
          <a:lstStyle xmlns:a="http://schemas.openxmlformats.org/drawingml/2006/main">
            <a:def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하나의 사이트에서</a:t>
            </a:r>
          </a:p>
          <a:p xmlns:a="http://schemas.openxmlformats.org/drawingml/2006/main">
            <a: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소개·기록·학습을 연결합니다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6C3C8-32CA-4CCC-B317-9D187926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포트폴리오는 정보를 보여주는 데서 끝나지 않고, 사용자가 직접 기록하고 학습하는 공간으로 확장되었습니다.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EB174-2F3F-436F-8F65-B3FB1E4C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7211E-EC24-4034-8F45-C85B174D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현재 완성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38783-494A-4DA5-8564-815A2111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91100"/>
            <a:ext cx="3733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반응형 포트폴리오, 스마트 링크, 아이디어 저장, 회원 기능과 세 개의 강좌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673AE-0B1C-4F6F-84F1-044AC840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DDFB8-1C31-43C7-868F-FFADB95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101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다음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E1CA6-03EC-4B8A-9D2E-7D806ABB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91100"/>
            <a:ext cx="3733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서버 기반 계정, 기기 간 데이터 동기화, 실제 C/C++ 온라인 컴파일 기능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4141F-C57E-4E89-BD9F-FB742D7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96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32958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2026-10-26T01:14:31.9340000Z</dcterms:created>
  <dcterms:modified xsi:type="dcterms:W3CDTF">2026-10-26T01:14:31.9340000Z</dcterms:modified>
</coreProperties>
</file>